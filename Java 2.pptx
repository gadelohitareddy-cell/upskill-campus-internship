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98" r:id="rId4"/>
    <p:sldId id="318" r:id="rId5"/>
    <p:sldId id="301" r:id="rId6"/>
    <p:sldId id="302" r:id="rId7"/>
    <p:sldId id="319" r:id="rId8"/>
    <p:sldId id="325" r:id="rId9"/>
    <p:sldId id="327" r:id="rId10"/>
    <p:sldId id="328" r:id="rId11"/>
    <p:sldId id="329" r:id="rId12"/>
    <p:sldId id="300" r:id="rId13"/>
    <p:sldId id="335" r:id="rId14"/>
    <p:sldId id="332" r:id="rId15"/>
    <p:sldId id="333" r:id="rId16"/>
    <p:sldId id="334" r:id="rId17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ill Sans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C9F6A4-8144-79D9-3F9A-B5A395B0C0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iot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978DD-D42A-4C36-FC75-7861ED294D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A1427-F486-4287-A86D-0FEBEDB8659B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6C253-F4AB-F561-7B0B-371B6F6ECF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EB0B4-2C36-8277-DBDF-B2F010ACCA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4DC07-FDA4-49D5-84DB-DDB1761D22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1521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/>
              <a:t>iot</a:t>
            </a:r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4D9951-3689-5148-1A86-97A8B9AD57AD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FB7F7C-4362-658F-B39D-3E50BF91745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2527265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750145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297890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2040923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297162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588602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279657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531689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2565098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4185211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571340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2570932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51329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67999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4690F-DF2A-14D4-A066-4653ED54C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697" y="41151"/>
            <a:ext cx="2785303" cy="1355030"/>
          </a:xfrm>
          <a:prstGeom prst="rect">
            <a:avLst/>
          </a:prstGeom>
        </p:spPr>
      </p:pic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79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Gill Sans"/>
              <a:buNone/>
            </a:pPr>
            <a:r>
              <a:rPr lang="en-IN" sz="4800" b="1" dirty="0"/>
              <a:t>JAVA</a:t>
            </a:r>
            <a:br>
              <a:rPr lang="en-IN" sz="4800" b="1" dirty="0"/>
            </a:br>
            <a:r>
              <a:rPr lang="en-IN" sz="2000" b="1" dirty="0"/>
              <a:t>AGENDA FOR THE SESSION</a:t>
            </a:r>
            <a:endParaRPr dirty="0"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602966" y="3213902"/>
            <a:ext cx="10993546" cy="308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2"/>
              <a:buFont typeface="Gill Sans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INHERITANCE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2"/>
              <a:buFont typeface="Gill Sans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SUPER &amp; FINAL KEYWORDS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920"/>
              </a:spcBef>
              <a:spcAft>
                <a:spcPts val="0"/>
              </a:spcAft>
              <a:buClr>
                <a:schemeClr val="lt1"/>
              </a:buClr>
              <a:buSzPts val="1472"/>
              <a:buFont typeface="Gill Sans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ABSTRACTION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920"/>
              </a:spcBef>
              <a:spcAft>
                <a:spcPts val="0"/>
              </a:spcAft>
              <a:buClr>
                <a:schemeClr val="lt1"/>
              </a:buClr>
              <a:buSzPts val="1472"/>
              <a:buFont typeface="Gill Sans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ENCSAPSULATION</a:t>
            </a:r>
            <a:endParaRPr lang="en-IN" dirty="0"/>
          </a:p>
          <a:p>
            <a:pPr marL="342900" lvl="0" indent="-342900" algn="l" rtl="0">
              <a:lnSpc>
                <a:spcPct val="150000"/>
              </a:lnSpc>
              <a:spcBef>
                <a:spcPts val="920"/>
              </a:spcBef>
              <a:spcAft>
                <a:spcPts val="0"/>
              </a:spcAft>
              <a:buClr>
                <a:schemeClr val="lt1"/>
              </a:buClr>
              <a:buSzPts val="1472"/>
              <a:buFont typeface="Gill Sans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POLYMORPHISM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920"/>
              </a:spcBef>
              <a:spcAft>
                <a:spcPts val="0"/>
              </a:spcAft>
              <a:buClr>
                <a:schemeClr val="lt1"/>
              </a:buClr>
              <a:buSzPts val="1472"/>
              <a:buFont typeface="Gill Sans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ABSTRACT CLASS &amp;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9673853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/>
              <a:t>JAVA </a:t>
            </a:r>
            <a:r>
              <a:rPr lang="en-IN" sz="3800" b="1" dirty="0"/>
              <a:t>LEARNING ROADMAP</a:t>
            </a:r>
            <a:endParaRPr sz="3800" dirty="0"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1068171" y="2071910"/>
            <a:ext cx="7139658" cy="4638218"/>
            <a:chOff x="3218" y="123392"/>
            <a:chExt cx="6714661" cy="4638218"/>
          </a:xfrm>
        </p:grpSpPr>
        <p:sp>
          <p:nvSpPr>
            <p:cNvPr id="109" name="Google Shape;109;p14"/>
            <p:cNvSpPr/>
            <p:nvPr/>
          </p:nvSpPr>
          <p:spPr>
            <a:xfrm>
              <a:off x="3218" y="123392"/>
              <a:ext cx="3137692" cy="941732"/>
            </a:xfrm>
            <a:prstGeom prst="rect">
              <a:avLst/>
            </a:prstGeom>
            <a:solidFill>
              <a:schemeClr val="accent2"/>
            </a:solidFill>
            <a:ln w="22225" cap="rnd" cmpd="sng">
              <a:solidFill>
                <a:srgbClr val="1731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3218" y="123392"/>
              <a:ext cx="3137692" cy="941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09725" rIns="192000" bIns="109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None/>
              </a:pPr>
              <a:r>
                <a:rPr lang="en-IN" sz="2700" b="1" dirty="0">
                  <a:solidFill>
                    <a:schemeClr val="lt1"/>
                  </a:solidFill>
                  <a:latin typeface="Gill Sans"/>
                  <a:sym typeface="Gill Sans"/>
                </a:rPr>
                <a:t>JAVA</a:t>
              </a:r>
              <a:endParaRPr dirty="0"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3218" y="1065125"/>
              <a:ext cx="3137692" cy="3696485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w="22225" cap="rnd" cmpd="sng">
              <a:solidFill>
                <a:srgbClr val="CBCCD1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3218" y="1065125"/>
              <a:ext cx="3137692" cy="3696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000" tIns="144000" rIns="192000" bIns="216025" anchor="t" anchorCtr="0">
              <a:noAutofit/>
            </a:bodyPr>
            <a:lstStyle/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Inheritance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Types of inheritance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Super keyword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Final keyword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Abstraction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Encapsulation</a:t>
              </a:r>
            </a:p>
            <a:p>
              <a:pPr marR="0" lvl="1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</a:pPr>
              <a:endParaRPr lang="en-IN" sz="2700" dirty="0">
                <a:solidFill>
                  <a:schemeClr val="dk1"/>
                </a:solidFill>
                <a:latin typeface="Gill Sans"/>
                <a:sym typeface="Gill Sans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3580187" y="123392"/>
              <a:ext cx="3137692" cy="941732"/>
            </a:xfrm>
            <a:prstGeom prst="rect">
              <a:avLst/>
            </a:prstGeom>
            <a:solidFill>
              <a:schemeClr val="accent2"/>
            </a:solidFill>
            <a:ln w="22225" cap="rnd" cmpd="sng">
              <a:solidFill>
                <a:srgbClr val="1731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3580187" y="123392"/>
              <a:ext cx="3137692" cy="941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09725" rIns="192000" bIns="109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None/>
              </a:pPr>
              <a:r>
                <a:rPr lang="en-IN" sz="2700" b="1" dirty="0">
                  <a:solidFill>
                    <a:schemeClr val="lt1"/>
                  </a:solidFill>
                  <a:latin typeface="Gill Sans"/>
                  <a:sym typeface="Gill Sans"/>
                </a:rPr>
                <a:t>JAVA</a:t>
              </a:r>
              <a:endParaRPr lang="en-IN" dirty="0"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3580187" y="1065125"/>
              <a:ext cx="3137692" cy="3696485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w="22225" cap="rnd" cmpd="sng">
              <a:solidFill>
                <a:srgbClr val="CBCCD1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3580187" y="1065125"/>
              <a:ext cx="3137692" cy="3696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000" tIns="144000" rIns="192000" bIns="216025" anchor="t" anchorCtr="0">
              <a:noAutofit/>
            </a:bodyPr>
            <a:lstStyle/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Encapsulation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Polymorphism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Abstract Class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700" dirty="0">
                  <a:solidFill>
                    <a:schemeClr val="dk1"/>
                  </a:solidFill>
                  <a:latin typeface="Gill Sans"/>
                  <a:sym typeface="Gill Sans"/>
                </a:rPr>
                <a:t>Interface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endParaRPr lang="en-IN" sz="2700" dirty="0">
                <a:solidFill>
                  <a:schemeClr val="dk1"/>
                </a:solidFill>
                <a:latin typeface="Gill Sans"/>
                <a:sym typeface="Gill San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FEDC22-2C36-E53C-EA65-78A8A82B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INHERITANCE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3444" indent="0" fontAlgn="base">
              <a:lnSpc>
                <a:spcPct val="160000"/>
              </a:lnSpc>
              <a:spcBef>
                <a:spcPts val="0"/>
              </a:spcBef>
              <a:buNone/>
            </a:pPr>
            <a:endParaRPr lang="en-IN" sz="2200" dirty="0">
              <a:solidFill>
                <a:srgbClr val="0070C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  <p:pic>
        <p:nvPicPr>
          <p:cNvPr id="3" name="Google Shape;373;p61">
            <a:extLst>
              <a:ext uri="{FF2B5EF4-FFF2-40B4-BE49-F238E27FC236}">
                <a16:creationId xmlns:a16="http://schemas.microsoft.com/office/drawing/2014/main" id="{626E21B6-80E6-CBE0-5DFA-E8CEF75FC5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471" y="1889549"/>
            <a:ext cx="10286401" cy="41846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427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INHERITANCE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Inheritance is the process by which objects of one class acquire some properties of objects of another class.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The idea of inheritance provides the concept of reusability.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Types of inheritance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1)single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2)multilevel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3)multiple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4)Hierarchical 5)Hybrid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4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0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SUPER KEYWORD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To call super class variable if both super and sub class contains same variables.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To call super class method if both super and sub class contains same method.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To call super class parameterized constructor.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2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FINAL KEYWORD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5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  <a:latin typeface="Gill Sans" panose="020B0604020202020204" charset="0"/>
              </a:rPr>
              <a:t>Final variable value cannot be modified.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  <a:latin typeface="Gill Sans" panose="020B0604020202020204" charset="0"/>
              </a:rPr>
              <a:t>Final methods cannot be inherited.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  <a:latin typeface="Gill Sans" panose="020B0604020202020204" charset="0"/>
              </a:rPr>
              <a:t>Final classes cannot be extended.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38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ABSTRACTION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Abstraction is a process of hiding the implementation details from the end </a:t>
            </a:r>
            <a:r>
              <a:rPr lang="en-US" sz="2200" dirty="0" err="1">
                <a:solidFill>
                  <a:srgbClr val="0070C0"/>
                </a:solidFill>
                <a:latin typeface="Gill Sans" panose="020B0604020202020204" charset="0"/>
              </a:rPr>
              <a:t>user,only</a:t>
            </a: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 the functionality will be provided to the end user.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In java abstraction is achieved through abstract classes and interfaces.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9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ABSTRACTION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3444" indent="0" fontAlgn="base">
              <a:lnSpc>
                <a:spcPct val="160000"/>
              </a:lnSpc>
              <a:spcBef>
                <a:spcPts val="0"/>
              </a:spcBef>
              <a:buNone/>
            </a:pPr>
            <a:endParaRPr lang="en-US" sz="2200" dirty="0">
              <a:solidFill>
                <a:srgbClr val="0070C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  <p:pic>
        <p:nvPicPr>
          <p:cNvPr id="3" name="Google Shape;392;p64">
            <a:extLst>
              <a:ext uri="{FF2B5EF4-FFF2-40B4-BE49-F238E27FC236}">
                <a16:creationId xmlns:a16="http://schemas.microsoft.com/office/drawing/2014/main" id="{DBD071B5-45F2-936C-DDA4-D1EBF550626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273" y="1861085"/>
            <a:ext cx="10912070" cy="4440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987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ENCAPSULATION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Encapsulation is the process of binding data members and member functions in a single unit.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Encapsulation is achieved through class concept.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The whole idea behind encapsulation is to hide the implementation details from users.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If a data member is private it means it can only be accessed within the class. No outside class can access private data member.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However if we setup public setter and getter methods to update and read  the private data fields then the outside class can  access private data fields through public methods.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ENCAPSULATION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3444" indent="0" fontAlgn="base">
              <a:lnSpc>
                <a:spcPct val="160000"/>
              </a:lnSpc>
              <a:spcBef>
                <a:spcPts val="0"/>
              </a:spcBef>
              <a:buNone/>
            </a:pPr>
            <a:endParaRPr lang="en-US" sz="2200" dirty="0">
              <a:solidFill>
                <a:srgbClr val="0070C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  <p:pic>
        <p:nvPicPr>
          <p:cNvPr id="3" name="Google Shape;405;p66">
            <a:extLst>
              <a:ext uri="{FF2B5EF4-FFF2-40B4-BE49-F238E27FC236}">
                <a16:creationId xmlns:a16="http://schemas.microsoft.com/office/drawing/2014/main" id="{25052CF2-D0B1-226E-A34B-0C162F78560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09" y="2034111"/>
            <a:ext cx="10515600" cy="41218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864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POLYMORPHISM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Polymorphism  allows us to perform a single action with different ways.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Types of polymorphism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1) compile time polymorphism</a:t>
            </a:r>
          </a:p>
          <a:p>
            <a:pPr fontAlgn="base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latin typeface="Gill Sans" panose="020B0604020202020204" charset="0"/>
              </a:rPr>
              <a:t>2) runtime polymorphism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05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POLYMORPHISM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3444" indent="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dirty="0">
              <a:solidFill>
                <a:srgbClr val="0070C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  <p:pic>
        <p:nvPicPr>
          <p:cNvPr id="3" name="Google Shape;418;p68">
            <a:extLst>
              <a:ext uri="{FF2B5EF4-FFF2-40B4-BE49-F238E27FC236}">
                <a16:creationId xmlns:a16="http://schemas.microsoft.com/office/drawing/2014/main" id="{B03B2CB5-A9C4-6E2B-8379-DF2811CD17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09" y="1990567"/>
            <a:ext cx="10515599" cy="41654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029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OVERLOADING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5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Method overloading which allows the methods to have a similar name but with the difference in signature.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Method overloading in java supports compile-time(Static) polymorphism.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Overloading rules: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1) Number of arguments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2) Type of arguments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3) Order of arguments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8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OVERRIDING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Method overriding is simply the redefining of the parent class method in the child class.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 name of the method remains same.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Static methods in java are non-overridable.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3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ABSTRACT CLASS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An abstract class is the class which is declared abstract and can have abstract or non-abstract methods.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An abstract class cannot be instantiated.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can be extended by subclasses to implement abstract methods and either use or override concrete methods.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Abstract method is the method which do not have implementation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i,e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it does not have any body.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We can declare abstract class with all concrete methods.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87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INTERFACE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An interface is similar to a class.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contains collection of abstract methods.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Interface methods are by default abstract methods.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Interface fields are by default public static final variables.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You cannot instantiate an interface.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An interface can be implemented by subclass.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An interface  can be extends by multiple interfaces.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5796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534</Words>
  <Application>Microsoft Office PowerPoint</Application>
  <PresentationFormat>Widescreen</PresentationFormat>
  <Paragraphs>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Arial</vt:lpstr>
      <vt:lpstr>Wingdings</vt:lpstr>
      <vt:lpstr>Noto Sans Symbols</vt:lpstr>
      <vt:lpstr>Gill Sans</vt:lpstr>
      <vt:lpstr>Dividend</vt:lpstr>
      <vt:lpstr>JAVA AGENDA FOR THE SESSION</vt:lpstr>
      <vt:lpstr>JAVA LEARNING ROADMAP</vt:lpstr>
      <vt:lpstr>INHERITANCE</vt:lpstr>
      <vt:lpstr>INHERITANCE</vt:lpstr>
      <vt:lpstr>SUPER KEYWORD</vt:lpstr>
      <vt:lpstr>FINAL KEYWORD</vt:lpstr>
      <vt:lpstr>ABSTRACTION</vt:lpstr>
      <vt:lpstr>ABSTRACTION</vt:lpstr>
      <vt:lpstr>ENCAPSULATION</vt:lpstr>
      <vt:lpstr>ENCAPSULATION</vt:lpstr>
      <vt:lpstr>POLYMORPHISM</vt:lpstr>
      <vt:lpstr>POLYMORPHISM</vt:lpstr>
      <vt:lpstr>OVERLOADING</vt:lpstr>
      <vt:lpstr>OVERRIDING</vt:lpstr>
      <vt:lpstr>ABSTRACT CLASS</vt:lpstr>
      <vt:lpstr>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AGENDA FOR THE SESSION</dc:title>
  <dc:creator>khajarafi shaik</dc:creator>
  <cp:lastModifiedBy>Khaja Rafi Shaik</cp:lastModifiedBy>
  <cp:revision>193</cp:revision>
  <dcterms:modified xsi:type="dcterms:W3CDTF">2023-03-05T06:02:06Z</dcterms:modified>
</cp:coreProperties>
</file>