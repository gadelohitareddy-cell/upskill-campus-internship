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333" r:id="rId4"/>
    <p:sldId id="335" r:id="rId5"/>
    <p:sldId id="340" r:id="rId6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Gill Sans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C9F6A4-8144-79D9-3F9A-B5A395B0C0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iot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978DD-D42A-4C36-FC75-7861ED294D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A1427-F486-4287-A86D-0FEBEDB8659B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6C253-F4AB-F561-7B0B-371B6F6ECF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EB0B4-2C36-8277-DBDF-B2F010ACCA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4DC07-FDA4-49D5-84DB-DDB1761D22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01521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/>
              <a:t>iot</a:t>
            </a:r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4D9951-3689-5148-1A86-97A8B9AD57AD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FB7F7C-4362-658F-B39D-3E50BF91745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351329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3060326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2579081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04690F-DF2A-14D4-A066-4653ED54C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697" y="41151"/>
            <a:ext cx="2785303" cy="1355030"/>
          </a:xfrm>
          <a:prstGeom prst="rect">
            <a:avLst/>
          </a:prstGeom>
        </p:spPr>
      </p:pic>
      <p:sp>
        <p:nvSpPr>
          <p:cNvPr id="100" name="Google Shape;100;p13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79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Gill Sans"/>
              <a:buNone/>
            </a:pPr>
            <a:r>
              <a:rPr lang="en-IN" sz="4800" b="1" dirty="0"/>
              <a:t>JAVA</a:t>
            </a:r>
            <a:br>
              <a:rPr lang="en-IN" sz="4800" b="1" dirty="0"/>
            </a:br>
            <a:r>
              <a:rPr lang="en-IN" sz="2000" b="1" dirty="0"/>
              <a:t>AGENDA FOR THE SESSION</a:t>
            </a:r>
            <a:endParaRPr dirty="0"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602966" y="3213902"/>
            <a:ext cx="10993546" cy="3084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2"/>
              <a:buAutoNum type="arabicPeriod"/>
            </a:pPr>
            <a:r>
              <a:rPr lang="en-IN" b="1" dirty="0">
                <a:solidFill>
                  <a:schemeClr val="lt1"/>
                </a:solidFill>
              </a:rPr>
              <a:t>JDBC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9673853" cy="85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3800" b="1" dirty="0"/>
              <a:t>JAVA LEARNING ROADMAP</a:t>
            </a:r>
            <a:endParaRPr sz="3800" dirty="0"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1068169" y="2071910"/>
            <a:ext cx="4674113" cy="4638218"/>
            <a:chOff x="3218" y="123392"/>
            <a:chExt cx="3137692" cy="4638218"/>
          </a:xfrm>
        </p:grpSpPr>
        <p:sp>
          <p:nvSpPr>
            <p:cNvPr id="109" name="Google Shape;109;p14"/>
            <p:cNvSpPr/>
            <p:nvPr/>
          </p:nvSpPr>
          <p:spPr>
            <a:xfrm>
              <a:off x="3218" y="123392"/>
              <a:ext cx="3137692" cy="941732"/>
            </a:xfrm>
            <a:prstGeom prst="rect">
              <a:avLst/>
            </a:prstGeom>
            <a:solidFill>
              <a:schemeClr val="accent2"/>
            </a:solidFill>
            <a:ln w="22225" cap="rnd" cmpd="sng">
              <a:solidFill>
                <a:srgbClr val="1731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3218" y="123392"/>
              <a:ext cx="3137692" cy="941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2000" tIns="109725" rIns="192000" bIns="109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Gill Sans"/>
                <a:buNone/>
              </a:pPr>
              <a:r>
                <a:rPr lang="en-IN" sz="2700" b="1" dirty="0">
                  <a:solidFill>
                    <a:schemeClr val="lt1"/>
                  </a:solidFill>
                  <a:latin typeface="Gill Sans"/>
                  <a:sym typeface="Gill Sans"/>
                </a:rPr>
                <a:t>JDBC</a:t>
              </a:r>
              <a:endParaRPr dirty="0"/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3218" y="1065125"/>
              <a:ext cx="3137692" cy="3696485"/>
            </a:xfrm>
            <a:prstGeom prst="rect">
              <a:avLst/>
            </a:prstGeom>
            <a:solidFill>
              <a:srgbClr val="CBCCD1">
                <a:alpha val="89803"/>
              </a:srgbClr>
            </a:solidFill>
            <a:ln w="22225" cap="rnd" cmpd="sng">
              <a:solidFill>
                <a:srgbClr val="CBCCD1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3218" y="1065125"/>
              <a:ext cx="3137692" cy="36964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000" tIns="144000" rIns="192000" bIns="216025" anchor="t" anchorCtr="0">
              <a:noAutofit/>
            </a:bodyPr>
            <a:lstStyle/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Types of JDBC Statements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Limitations with Simple Statement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About Prepared Statement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BFEDC22-2C36-E53C-EA65-78A8A82B4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TYPES OF JDBC STATEMENTS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There are three types of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jdbc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statement objects.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1) Simple Statement Object( Statement(I))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2) Prepared Statement Object(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PreparedStatement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(I))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3) Callable Statement object(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CallableStatement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(I))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8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299811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3800" b="1" dirty="0"/>
              <a:t>LIMITATION OF SIMPLE STATEMENT</a:t>
            </a:r>
            <a:endParaRPr sz="38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69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Framing </a:t>
            </a:r>
            <a:r>
              <a:rPr lang="en-US" sz="2400" dirty="0" err="1">
                <a:solidFill>
                  <a:srgbClr val="0070C0"/>
                </a:solidFill>
                <a:latin typeface="Gill Sans" panose="020B0604020202020204" charset="0"/>
              </a:rPr>
              <a:t>sql</a:t>
            </a: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 query with variables for simple statement object is complex process.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If simple statement object is used to execute same query for multiple times with same or different values then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a)same query goes to database software for multiple times.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b)same query will be parsed multiple times.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c)same query will be executed multiple times.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Gill Sans" panose="020B0604020202020204" charset="0"/>
              </a:rPr>
              <a:t>d)same query output will be fetched for multiple times.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3000" dirty="0">
              <a:solidFill>
                <a:srgbClr val="0070C0"/>
              </a:solidFill>
              <a:latin typeface="Gill Sans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3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PREPARED STATEMENT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Jdbc Prepared Statement Object 	deals with pre-compiled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sql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queries.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The query that comes to db s/w only once.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Parsed query in db s/w only once.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Execute the query with same or different values for multiple times.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Gather results for multiple times.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The above process is called pre-compile query.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9761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211</Words>
  <Application>Microsoft Office PowerPoint</Application>
  <PresentationFormat>Widescreen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Wingdings</vt:lpstr>
      <vt:lpstr>Gill Sans</vt:lpstr>
      <vt:lpstr>Arial</vt:lpstr>
      <vt:lpstr>Noto Sans Symbols</vt:lpstr>
      <vt:lpstr>Calibri</vt:lpstr>
      <vt:lpstr>Dividend</vt:lpstr>
      <vt:lpstr>JAVA AGENDA FOR THE SESSION</vt:lpstr>
      <vt:lpstr>JAVA LEARNING ROADMAP</vt:lpstr>
      <vt:lpstr>TYPES OF JDBC STATEMENTS</vt:lpstr>
      <vt:lpstr>LIMITATION OF SIMPLE STATEMENT</vt:lpstr>
      <vt:lpstr>PREPARED 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AGENDA FOR THE SESSION</dc:title>
  <dc:creator>khajarafi shaik</dc:creator>
  <cp:lastModifiedBy>Khaja Rafi Shaik</cp:lastModifiedBy>
  <cp:revision>367</cp:revision>
  <dcterms:modified xsi:type="dcterms:W3CDTF">2023-04-06T05:11:52Z</dcterms:modified>
</cp:coreProperties>
</file>