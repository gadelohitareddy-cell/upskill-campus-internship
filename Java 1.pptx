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2"/>
  </p:notesMasterIdLst>
  <p:handoutMasterIdLst>
    <p:handoutMasterId r:id="rId33"/>
  </p:handoutMasterIdLst>
  <p:sldIdLst>
    <p:sldId id="256" r:id="rId2"/>
    <p:sldId id="257" r:id="rId3"/>
    <p:sldId id="258" r:id="rId4"/>
    <p:sldId id="297" r:id="rId5"/>
    <p:sldId id="298" r:id="rId6"/>
    <p:sldId id="318" r:id="rId7"/>
    <p:sldId id="319" r:id="rId8"/>
    <p:sldId id="320" r:id="rId9"/>
    <p:sldId id="321" r:id="rId10"/>
    <p:sldId id="322" r:id="rId11"/>
    <p:sldId id="323" r:id="rId12"/>
    <p:sldId id="324" r:id="rId13"/>
    <p:sldId id="325" r:id="rId14"/>
    <p:sldId id="326" r:id="rId15"/>
    <p:sldId id="327" r:id="rId16"/>
    <p:sldId id="328" r:id="rId17"/>
    <p:sldId id="329" r:id="rId18"/>
    <p:sldId id="299" r:id="rId19"/>
    <p:sldId id="300" r:id="rId20"/>
    <p:sldId id="330" r:id="rId21"/>
    <p:sldId id="335" r:id="rId22"/>
    <p:sldId id="331" r:id="rId23"/>
    <p:sldId id="332" r:id="rId24"/>
    <p:sldId id="333" r:id="rId25"/>
    <p:sldId id="334" r:id="rId26"/>
    <p:sldId id="301" r:id="rId27"/>
    <p:sldId id="302" r:id="rId28"/>
    <p:sldId id="303" r:id="rId29"/>
    <p:sldId id="336" r:id="rId30"/>
    <p:sldId id="337" r:id="rId31"/>
  </p:sldIdLst>
  <p:sldSz cx="12192000" cy="6858000"/>
  <p:notesSz cx="6858000" cy="9144000"/>
  <p:embeddedFontLst>
    <p:embeddedFont>
      <p:font typeface="Calibri" panose="020F0502020204030204" pitchFamily="34" charset="0"/>
      <p:regular r:id="rId34"/>
      <p:bold r:id="rId35"/>
      <p:italic r:id="rId36"/>
      <p:boldItalic r:id="rId37"/>
    </p:embeddedFont>
    <p:embeddedFont>
      <p:font typeface="Gill Sans" panose="020B0604020202020204" charset="0"/>
      <p:regular r:id="rId38"/>
      <p:bold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4.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font" Target="fonts/font5.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9C9F6A4-8144-79D9-3F9A-B5A395B0C0F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iot</a:t>
            </a:r>
          </a:p>
        </p:txBody>
      </p:sp>
      <p:sp>
        <p:nvSpPr>
          <p:cNvPr id="3" name="Date Placeholder 2">
            <a:extLst>
              <a:ext uri="{FF2B5EF4-FFF2-40B4-BE49-F238E27FC236}">
                <a16:creationId xmlns:a16="http://schemas.microsoft.com/office/drawing/2014/main" id="{465978DD-D42A-4C36-FC75-7861ED294DC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F9A1427-F486-4287-A86D-0FEBEDB8659B}" type="datetimeFigureOut">
              <a:rPr lang="en-IN" smtClean="0"/>
              <a:t>04-03-2023</a:t>
            </a:fld>
            <a:endParaRPr lang="en-IN"/>
          </a:p>
        </p:txBody>
      </p:sp>
      <p:sp>
        <p:nvSpPr>
          <p:cNvPr id="4" name="Footer Placeholder 3">
            <a:extLst>
              <a:ext uri="{FF2B5EF4-FFF2-40B4-BE49-F238E27FC236}">
                <a16:creationId xmlns:a16="http://schemas.microsoft.com/office/drawing/2014/main" id="{EFA6C253-F4AB-F561-7B0B-371B6F6ECF1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6ABEB0B4-2C36-8277-DBDF-B2F010ACCA7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A4DC07-FDA4-49D5-84DB-DDB1761D22D9}" type="slidenum">
              <a:rPr lang="en-IN" smtClean="0"/>
              <a:t>‹#›</a:t>
            </a:fld>
            <a:endParaRPr lang="en-IN"/>
          </a:p>
        </p:txBody>
      </p:sp>
    </p:spTree>
    <p:extLst>
      <p:ext uri="{BB962C8B-B14F-4D97-AF65-F5344CB8AC3E}">
        <p14:creationId xmlns:p14="http://schemas.microsoft.com/office/powerpoint/2010/main" val="2051015211"/>
      </p:ext>
    </p:extLst>
  </p:cSld>
  <p:clrMap bg1="lt1" tx1="dk1" bg2="lt2" tx2="dk2" accent1="accent1" accent2="accent2" accent3="accent3" accent4="accent4" accent5="accent5" accent6="accent6" hlink="hlink" folHlink="folHlink"/>
  <p:hf sldNum="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IN"/>
              <a:t>iot</a:t>
            </a:r>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hf sldNum="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Header Placeholder 1">
            <a:extLst>
              <a:ext uri="{FF2B5EF4-FFF2-40B4-BE49-F238E27FC236}">
                <a16:creationId xmlns:a16="http://schemas.microsoft.com/office/drawing/2014/main" id="{F24D9951-3689-5148-1A86-97A8B9AD57AD}"/>
              </a:ext>
            </a:extLst>
          </p:cNvPr>
          <p:cNvSpPr>
            <a:spLocks noGrp="1"/>
          </p:cNvSpPr>
          <p:nvPr>
            <p:ph type="hdr" idx="2"/>
          </p:nvPr>
        </p:nvSpPr>
        <p:spPr/>
        <p:txBody>
          <a:bodyPr/>
          <a:lstStyle/>
          <a:p>
            <a:r>
              <a:rPr lang="en-IN"/>
              <a:t>iot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Header Placeholder 1">
            <a:extLst>
              <a:ext uri="{FF2B5EF4-FFF2-40B4-BE49-F238E27FC236}">
                <a16:creationId xmlns:a16="http://schemas.microsoft.com/office/drawing/2014/main" id="{00FB7F7C-4362-658F-B39D-3E50BF91745C}"/>
              </a:ext>
            </a:extLst>
          </p:cNvPr>
          <p:cNvSpPr>
            <a:spLocks noGrp="1"/>
          </p:cNvSpPr>
          <p:nvPr>
            <p:ph type="hdr" idx="2"/>
          </p:nvPr>
        </p:nvSpPr>
        <p:spPr/>
        <p:txBody>
          <a:bodyPr/>
          <a:lstStyle/>
          <a:p>
            <a:r>
              <a:rPr lang="en-IN"/>
              <a:t>iot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Header Placeholder 1">
            <a:extLst>
              <a:ext uri="{FF2B5EF4-FFF2-40B4-BE49-F238E27FC236}">
                <a16:creationId xmlns:a16="http://schemas.microsoft.com/office/drawing/2014/main" id="{4D2DCAF7-4B93-5EC6-B06B-3776556E860C}"/>
              </a:ext>
            </a:extLst>
          </p:cNvPr>
          <p:cNvSpPr>
            <a:spLocks noGrp="1"/>
          </p:cNvSpPr>
          <p:nvPr>
            <p:ph type="hdr" idx="2"/>
          </p:nvPr>
        </p:nvSpPr>
        <p:spPr/>
        <p:txBody>
          <a:bodyPr/>
          <a:lstStyle/>
          <a:p>
            <a:r>
              <a:rPr lang="en-IN"/>
              <a:t>iot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Header Placeholder 1">
            <a:extLst>
              <a:ext uri="{FF2B5EF4-FFF2-40B4-BE49-F238E27FC236}">
                <a16:creationId xmlns:a16="http://schemas.microsoft.com/office/drawing/2014/main" id="{4D2DCAF7-4B93-5EC6-B06B-3776556E860C}"/>
              </a:ext>
            </a:extLst>
          </p:cNvPr>
          <p:cNvSpPr>
            <a:spLocks noGrp="1"/>
          </p:cNvSpPr>
          <p:nvPr>
            <p:ph type="hdr" idx="2"/>
          </p:nvPr>
        </p:nvSpPr>
        <p:spPr/>
        <p:txBody>
          <a:bodyPr/>
          <a:lstStyle/>
          <a:p>
            <a:r>
              <a:rPr lang="en-IN"/>
              <a:t>iot</a:t>
            </a:r>
          </a:p>
        </p:txBody>
      </p:sp>
    </p:spTree>
    <p:extLst>
      <p:ext uri="{BB962C8B-B14F-4D97-AF65-F5344CB8AC3E}">
        <p14:creationId xmlns:p14="http://schemas.microsoft.com/office/powerpoint/2010/main" val="35112403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Header Placeholder 1">
            <a:extLst>
              <a:ext uri="{FF2B5EF4-FFF2-40B4-BE49-F238E27FC236}">
                <a16:creationId xmlns:a16="http://schemas.microsoft.com/office/drawing/2014/main" id="{4D2DCAF7-4B93-5EC6-B06B-3776556E860C}"/>
              </a:ext>
            </a:extLst>
          </p:cNvPr>
          <p:cNvSpPr>
            <a:spLocks noGrp="1"/>
          </p:cNvSpPr>
          <p:nvPr>
            <p:ph type="hdr" idx="2"/>
          </p:nvPr>
        </p:nvSpPr>
        <p:spPr/>
        <p:txBody>
          <a:bodyPr/>
          <a:lstStyle/>
          <a:p>
            <a:r>
              <a:rPr lang="en-IN"/>
              <a:t>iot</a:t>
            </a:r>
          </a:p>
        </p:txBody>
      </p:sp>
    </p:spTree>
    <p:extLst>
      <p:ext uri="{BB962C8B-B14F-4D97-AF65-F5344CB8AC3E}">
        <p14:creationId xmlns:p14="http://schemas.microsoft.com/office/powerpoint/2010/main" val="25272654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Header Placeholder 1">
            <a:extLst>
              <a:ext uri="{FF2B5EF4-FFF2-40B4-BE49-F238E27FC236}">
                <a16:creationId xmlns:a16="http://schemas.microsoft.com/office/drawing/2014/main" id="{4D2DCAF7-4B93-5EC6-B06B-3776556E860C}"/>
              </a:ext>
            </a:extLst>
          </p:cNvPr>
          <p:cNvSpPr>
            <a:spLocks noGrp="1"/>
          </p:cNvSpPr>
          <p:nvPr>
            <p:ph type="hdr" idx="2"/>
          </p:nvPr>
        </p:nvSpPr>
        <p:spPr/>
        <p:txBody>
          <a:bodyPr/>
          <a:lstStyle/>
          <a:p>
            <a:r>
              <a:rPr lang="en-IN"/>
              <a:t>iot</a:t>
            </a:r>
          </a:p>
        </p:txBody>
      </p:sp>
    </p:spTree>
    <p:extLst>
      <p:ext uri="{BB962C8B-B14F-4D97-AF65-F5344CB8AC3E}">
        <p14:creationId xmlns:p14="http://schemas.microsoft.com/office/powerpoint/2010/main" val="7501450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Header Placeholder 1">
            <a:extLst>
              <a:ext uri="{FF2B5EF4-FFF2-40B4-BE49-F238E27FC236}">
                <a16:creationId xmlns:a16="http://schemas.microsoft.com/office/drawing/2014/main" id="{4D2DCAF7-4B93-5EC6-B06B-3776556E860C}"/>
              </a:ext>
            </a:extLst>
          </p:cNvPr>
          <p:cNvSpPr>
            <a:spLocks noGrp="1"/>
          </p:cNvSpPr>
          <p:nvPr>
            <p:ph type="hdr" idx="2"/>
          </p:nvPr>
        </p:nvSpPr>
        <p:spPr/>
        <p:txBody>
          <a:bodyPr/>
          <a:lstStyle/>
          <a:p>
            <a:r>
              <a:rPr lang="en-IN"/>
              <a:t>iot</a:t>
            </a:r>
          </a:p>
        </p:txBody>
      </p:sp>
    </p:spTree>
    <p:extLst>
      <p:ext uri="{BB962C8B-B14F-4D97-AF65-F5344CB8AC3E}">
        <p14:creationId xmlns:p14="http://schemas.microsoft.com/office/powerpoint/2010/main" val="2971621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Header Placeholder 1">
            <a:extLst>
              <a:ext uri="{FF2B5EF4-FFF2-40B4-BE49-F238E27FC236}">
                <a16:creationId xmlns:a16="http://schemas.microsoft.com/office/drawing/2014/main" id="{4D2DCAF7-4B93-5EC6-B06B-3776556E860C}"/>
              </a:ext>
            </a:extLst>
          </p:cNvPr>
          <p:cNvSpPr>
            <a:spLocks noGrp="1"/>
          </p:cNvSpPr>
          <p:nvPr>
            <p:ph type="hdr" idx="2"/>
          </p:nvPr>
        </p:nvSpPr>
        <p:spPr/>
        <p:txBody>
          <a:bodyPr/>
          <a:lstStyle/>
          <a:p>
            <a:r>
              <a:rPr lang="en-IN"/>
              <a:t>iot</a:t>
            </a:r>
          </a:p>
        </p:txBody>
      </p:sp>
    </p:spTree>
    <p:extLst>
      <p:ext uri="{BB962C8B-B14F-4D97-AF65-F5344CB8AC3E}">
        <p14:creationId xmlns:p14="http://schemas.microsoft.com/office/powerpoint/2010/main" val="14920805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Header Placeholder 1">
            <a:extLst>
              <a:ext uri="{FF2B5EF4-FFF2-40B4-BE49-F238E27FC236}">
                <a16:creationId xmlns:a16="http://schemas.microsoft.com/office/drawing/2014/main" id="{4D2DCAF7-4B93-5EC6-B06B-3776556E860C}"/>
              </a:ext>
            </a:extLst>
          </p:cNvPr>
          <p:cNvSpPr>
            <a:spLocks noGrp="1"/>
          </p:cNvSpPr>
          <p:nvPr>
            <p:ph type="hdr" idx="2"/>
          </p:nvPr>
        </p:nvSpPr>
        <p:spPr/>
        <p:txBody>
          <a:bodyPr/>
          <a:lstStyle/>
          <a:p>
            <a:r>
              <a:rPr lang="en-IN"/>
              <a:t>iot</a:t>
            </a:r>
          </a:p>
        </p:txBody>
      </p:sp>
    </p:spTree>
    <p:extLst>
      <p:ext uri="{BB962C8B-B14F-4D97-AF65-F5344CB8AC3E}">
        <p14:creationId xmlns:p14="http://schemas.microsoft.com/office/powerpoint/2010/main" val="40500159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Header Placeholder 1">
            <a:extLst>
              <a:ext uri="{FF2B5EF4-FFF2-40B4-BE49-F238E27FC236}">
                <a16:creationId xmlns:a16="http://schemas.microsoft.com/office/drawing/2014/main" id="{4D2DCAF7-4B93-5EC6-B06B-3776556E860C}"/>
              </a:ext>
            </a:extLst>
          </p:cNvPr>
          <p:cNvSpPr>
            <a:spLocks noGrp="1"/>
          </p:cNvSpPr>
          <p:nvPr>
            <p:ph type="hdr" idx="2"/>
          </p:nvPr>
        </p:nvSpPr>
        <p:spPr/>
        <p:txBody>
          <a:bodyPr/>
          <a:lstStyle/>
          <a:p>
            <a:r>
              <a:rPr lang="en-IN"/>
              <a:t>iot</a:t>
            </a:r>
          </a:p>
        </p:txBody>
      </p:sp>
    </p:spTree>
    <p:extLst>
      <p:ext uri="{BB962C8B-B14F-4D97-AF65-F5344CB8AC3E}">
        <p14:creationId xmlns:p14="http://schemas.microsoft.com/office/powerpoint/2010/main" val="13016056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Header Placeholder 1">
            <a:extLst>
              <a:ext uri="{FF2B5EF4-FFF2-40B4-BE49-F238E27FC236}">
                <a16:creationId xmlns:a16="http://schemas.microsoft.com/office/drawing/2014/main" id="{4D2DCAF7-4B93-5EC6-B06B-3776556E860C}"/>
              </a:ext>
            </a:extLst>
          </p:cNvPr>
          <p:cNvSpPr>
            <a:spLocks noGrp="1"/>
          </p:cNvSpPr>
          <p:nvPr>
            <p:ph type="hdr" idx="2"/>
          </p:nvPr>
        </p:nvSpPr>
        <p:spPr/>
        <p:txBody>
          <a:bodyPr/>
          <a:lstStyle/>
          <a:p>
            <a:r>
              <a:rPr lang="en-IN"/>
              <a:t>iot</a:t>
            </a:r>
          </a:p>
        </p:txBody>
      </p:sp>
    </p:spTree>
    <p:extLst>
      <p:ext uri="{BB962C8B-B14F-4D97-AF65-F5344CB8AC3E}">
        <p14:creationId xmlns:p14="http://schemas.microsoft.com/office/powerpoint/2010/main" val="16033174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Header Placeholder 1">
            <a:extLst>
              <a:ext uri="{FF2B5EF4-FFF2-40B4-BE49-F238E27FC236}">
                <a16:creationId xmlns:a16="http://schemas.microsoft.com/office/drawing/2014/main" id="{4D2DCAF7-4B93-5EC6-B06B-3776556E860C}"/>
              </a:ext>
            </a:extLst>
          </p:cNvPr>
          <p:cNvSpPr>
            <a:spLocks noGrp="1"/>
          </p:cNvSpPr>
          <p:nvPr>
            <p:ph type="hdr" idx="2"/>
          </p:nvPr>
        </p:nvSpPr>
        <p:spPr/>
        <p:txBody>
          <a:bodyPr/>
          <a:lstStyle/>
          <a:p>
            <a:r>
              <a:rPr lang="en-IN"/>
              <a:t>iot</a:t>
            </a:r>
          </a:p>
        </p:txBody>
      </p:sp>
    </p:spTree>
    <p:extLst>
      <p:ext uri="{BB962C8B-B14F-4D97-AF65-F5344CB8AC3E}">
        <p14:creationId xmlns:p14="http://schemas.microsoft.com/office/powerpoint/2010/main" val="20177230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Header Placeholder 1">
            <a:extLst>
              <a:ext uri="{FF2B5EF4-FFF2-40B4-BE49-F238E27FC236}">
                <a16:creationId xmlns:a16="http://schemas.microsoft.com/office/drawing/2014/main" id="{4D2DCAF7-4B93-5EC6-B06B-3776556E860C}"/>
              </a:ext>
            </a:extLst>
          </p:cNvPr>
          <p:cNvSpPr>
            <a:spLocks noGrp="1"/>
          </p:cNvSpPr>
          <p:nvPr>
            <p:ph type="hdr" idx="2"/>
          </p:nvPr>
        </p:nvSpPr>
        <p:spPr/>
        <p:txBody>
          <a:bodyPr/>
          <a:lstStyle/>
          <a:p>
            <a:r>
              <a:rPr lang="en-IN"/>
              <a:t>iot</a:t>
            </a:r>
          </a:p>
        </p:txBody>
      </p:sp>
    </p:spTree>
    <p:extLst>
      <p:ext uri="{BB962C8B-B14F-4D97-AF65-F5344CB8AC3E}">
        <p14:creationId xmlns:p14="http://schemas.microsoft.com/office/powerpoint/2010/main" val="15886020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Header Placeholder 1">
            <a:extLst>
              <a:ext uri="{FF2B5EF4-FFF2-40B4-BE49-F238E27FC236}">
                <a16:creationId xmlns:a16="http://schemas.microsoft.com/office/drawing/2014/main" id="{4D2DCAF7-4B93-5EC6-B06B-3776556E860C}"/>
              </a:ext>
            </a:extLst>
          </p:cNvPr>
          <p:cNvSpPr>
            <a:spLocks noGrp="1"/>
          </p:cNvSpPr>
          <p:nvPr>
            <p:ph type="hdr" idx="2"/>
          </p:nvPr>
        </p:nvSpPr>
        <p:spPr/>
        <p:txBody>
          <a:bodyPr/>
          <a:lstStyle/>
          <a:p>
            <a:r>
              <a:rPr lang="en-IN"/>
              <a:t>iot</a:t>
            </a:r>
          </a:p>
        </p:txBody>
      </p:sp>
    </p:spTree>
    <p:extLst>
      <p:ext uri="{BB962C8B-B14F-4D97-AF65-F5344CB8AC3E}">
        <p14:creationId xmlns:p14="http://schemas.microsoft.com/office/powerpoint/2010/main" val="42911679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Header Placeholder 1">
            <a:extLst>
              <a:ext uri="{FF2B5EF4-FFF2-40B4-BE49-F238E27FC236}">
                <a16:creationId xmlns:a16="http://schemas.microsoft.com/office/drawing/2014/main" id="{4D2DCAF7-4B93-5EC6-B06B-3776556E860C}"/>
              </a:ext>
            </a:extLst>
          </p:cNvPr>
          <p:cNvSpPr>
            <a:spLocks noGrp="1"/>
          </p:cNvSpPr>
          <p:nvPr>
            <p:ph type="hdr" idx="2"/>
          </p:nvPr>
        </p:nvSpPr>
        <p:spPr/>
        <p:txBody>
          <a:bodyPr/>
          <a:lstStyle/>
          <a:p>
            <a:r>
              <a:rPr lang="en-IN"/>
              <a:t>iot</a:t>
            </a:r>
          </a:p>
        </p:txBody>
      </p:sp>
    </p:spTree>
    <p:extLst>
      <p:ext uri="{BB962C8B-B14F-4D97-AF65-F5344CB8AC3E}">
        <p14:creationId xmlns:p14="http://schemas.microsoft.com/office/powerpoint/2010/main" val="2796574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Header Placeholder 1">
            <a:extLst>
              <a:ext uri="{FF2B5EF4-FFF2-40B4-BE49-F238E27FC236}">
                <a16:creationId xmlns:a16="http://schemas.microsoft.com/office/drawing/2014/main" id="{4D2DCAF7-4B93-5EC6-B06B-3776556E860C}"/>
              </a:ext>
            </a:extLst>
          </p:cNvPr>
          <p:cNvSpPr>
            <a:spLocks noGrp="1"/>
          </p:cNvSpPr>
          <p:nvPr>
            <p:ph type="hdr" idx="2"/>
          </p:nvPr>
        </p:nvSpPr>
        <p:spPr/>
        <p:txBody>
          <a:bodyPr/>
          <a:lstStyle/>
          <a:p>
            <a:r>
              <a:rPr lang="en-IN"/>
              <a:t>iot</a:t>
            </a:r>
          </a:p>
        </p:txBody>
      </p:sp>
    </p:spTree>
    <p:extLst>
      <p:ext uri="{BB962C8B-B14F-4D97-AF65-F5344CB8AC3E}">
        <p14:creationId xmlns:p14="http://schemas.microsoft.com/office/powerpoint/2010/main" val="5316899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Header Placeholder 1">
            <a:extLst>
              <a:ext uri="{FF2B5EF4-FFF2-40B4-BE49-F238E27FC236}">
                <a16:creationId xmlns:a16="http://schemas.microsoft.com/office/drawing/2014/main" id="{4D2DCAF7-4B93-5EC6-B06B-3776556E860C}"/>
              </a:ext>
            </a:extLst>
          </p:cNvPr>
          <p:cNvSpPr>
            <a:spLocks noGrp="1"/>
          </p:cNvSpPr>
          <p:nvPr>
            <p:ph type="hdr" idx="2"/>
          </p:nvPr>
        </p:nvSpPr>
        <p:spPr/>
        <p:txBody>
          <a:bodyPr/>
          <a:lstStyle/>
          <a:p>
            <a:r>
              <a:rPr lang="en-IN"/>
              <a:t>iot</a:t>
            </a:r>
          </a:p>
        </p:txBody>
      </p:sp>
    </p:spTree>
    <p:extLst>
      <p:ext uri="{BB962C8B-B14F-4D97-AF65-F5344CB8AC3E}">
        <p14:creationId xmlns:p14="http://schemas.microsoft.com/office/powerpoint/2010/main" val="25650983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Header Placeholder 1">
            <a:extLst>
              <a:ext uri="{FF2B5EF4-FFF2-40B4-BE49-F238E27FC236}">
                <a16:creationId xmlns:a16="http://schemas.microsoft.com/office/drawing/2014/main" id="{4D2DCAF7-4B93-5EC6-B06B-3776556E860C}"/>
              </a:ext>
            </a:extLst>
          </p:cNvPr>
          <p:cNvSpPr>
            <a:spLocks noGrp="1"/>
          </p:cNvSpPr>
          <p:nvPr>
            <p:ph type="hdr" idx="2"/>
          </p:nvPr>
        </p:nvSpPr>
        <p:spPr/>
        <p:txBody>
          <a:bodyPr/>
          <a:lstStyle/>
          <a:p>
            <a:r>
              <a:rPr lang="en-IN"/>
              <a:t>iot</a:t>
            </a:r>
          </a:p>
        </p:txBody>
      </p:sp>
    </p:spTree>
    <p:extLst>
      <p:ext uri="{BB962C8B-B14F-4D97-AF65-F5344CB8AC3E}">
        <p14:creationId xmlns:p14="http://schemas.microsoft.com/office/powerpoint/2010/main" val="36265366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Header Placeholder 1">
            <a:extLst>
              <a:ext uri="{FF2B5EF4-FFF2-40B4-BE49-F238E27FC236}">
                <a16:creationId xmlns:a16="http://schemas.microsoft.com/office/drawing/2014/main" id="{4D2DCAF7-4B93-5EC6-B06B-3776556E860C}"/>
              </a:ext>
            </a:extLst>
          </p:cNvPr>
          <p:cNvSpPr>
            <a:spLocks noGrp="1"/>
          </p:cNvSpPr>
          <p:nvPr>
            <p:ph type="hdr" idx="2"/>
          </p:nvPr>
        </p:nvSpPr>
        <p:spPr/>
        <p:txBody>
          <a:bodyPr/>
          <a:lstStyle/>
          <a:p>
            <a:r>
              <a:rPr lang="en-IN"/>
              <a:t>iot</a:t>
            </a:r>
          </a:p>
        </p:txBody>
      </p:sp>
    </p:spTree>
    <p:extLst>
      <p:ext uri="{BB962C8B-B14F-4D97-AF65-F5344CB8AC3E}">
        <p14:creationId xmlns:p14="http://schemas.microsoft.com/office/powerpoint/2010/main" val="41852111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Header Placeholder 1">
            <a:extLst>
              <a:ext uri="{FF2B5EF4-FFF2-40B4-BE49-F238E27FC236}">
                <a16:creationId xmlns:a16="http://schemas.microsoft.com/office/drawing/2014/main" id="{4D2DCAF7-4B93-5EC6-B06B-3776556E860C}"/>
              </a:ext>
            </a:extLst>
          </p:cNvPr>
          <p:cNvSpPr>
            <a:spLocks noGrp="1"/>
          </p:cNvSpPr>
          <p:nvPr>
            <p:ph type="hdr" idx="2"/>
          </p:nvPr>
        </p:nvSpPr>
        <p:spPr/>
        <p:txBody>
          <a:bodyPr/>
          <a:lstStyle/>
          <a:p>
            <a:r>
              <a:rPr lang="en-IN"/>
              <a:t>iot</a:t>
            </a:r>
          </a:p>
        </p:txBody>
      </p:sp>
    </p:spTree>
    <p:extLst>
      <p:ext uri="{BB962C8B-B14F-4D97-AF65-F5344CB8AC3E}">
        <p14:creationId xmlns:p14="http://schemas.microsoft.com/office/powerpoint/2010/main" val="6587351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Header Placeholder 1">
            <a:extLst>
              <a:ext uri="{FF2B5EF4-FFF2-40B4-BE49-F238E27FC236}">
                <a16:creationId xmlns:a16="http://schemas.microsoft.com/office/drawing/2014/main" id="{4D2DCAF7-4B93-5EC6-B06B-3776556E860C}"/>
              </a:ext>
            </a:extLst>
          </p:cNvPr>
          <p:cNvSpPr>
            <a:spLocks noGrp="1"/>
          </p:cNvSpPr>
          <p:nvPr>
            <p:ph type="hdr" idx="2"/>
          </p:nvPr>
        </p:nvSpPr>
        <p:spPr/>
        <p:txBody>
          <a:bodyPr/>
          <a:lstStyle/>
          <a:p>
            <a:r>
              <a:rPr lang="en-IN"/>
              <a:t>iot</a:t>
            </a:r>
          </a:p>
        </p:txBody>
      </p:sp>
    </p:spTree>
    <p:extLst>
      <p:ext uri="{BB962C8B-B14F-4D97-AF65-F5344CB8AC3E}">
        <p14:creationId xmlns:p14="http://schemas.microsoft.com/office/powerpoint/2010/main" val="5713405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Header Placeholder 1">
            <a:extLst>
              <a:ext uri="{FF2B5EF4-FFF2-40B4-BE49-F238E27FC236}">
                <a16:creationId xmlns:a16="http://schemas.microsoft.com/office/drawing/2014/main" id="{4D2DCAF7-4B93-5EC6-B06B-3776556E860C}"/>
              </a:ext>
            </a:extLst>
          </p:cNvPr>
          <p:cNvSpPr>
            <a:spLocks noGrp="1"/>
          </p:cNvSpPr>
          <p:nvPr>
            <p:ph type="hdr" idx="2"/>
          </p:nvPr>
        </p:nvSpPr>
        <p:spPr/>
        <p:txBody>
          <a:bodyPr/>
          <a:lstStyle/>
          <a:p>
            <a:r>
              <a:rPr lang="en-IN"/>
              <a:t>iot</a:t>
            </a:r>
          </a:p>
        </p:txBody>
      </p:sp>
    </p:spTree>
    <p:extLst>
      <p:ext uri="{BB962C8B-B14F-4D97-AF65-F5344CB8AC3E}">
        <p14:creationId xmlns:p14="http://schemas.microsoft.com/office/powerpoint/2010/main" val="38126906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Header Placeholder 1">
            <a:extLst>
              <a:ext uri="{FF2B5EF4-FFF2-40B4-BE49-F238E27FC236}">
                <a16:creationId xmlns:a16="http://schemas.microsoft.com/office/drawing/2014/main" id="{4D2DCAF7-4B93-5EC6-B06B-3776556E860C}"/>
              </a:ext>
            </a:extLst>
          </p:cNvPr>
          <p:cNvSpPr>
            <a:spLocks noGrp="1"/>
          </p:cNvSpPr>
          <p:nvPr>
            <p:ph type="hdr" idx="2"/>
          </p:nvPr>
        </p:nvSpPr>
        <p:spPr/>
        <p:txBody>
          <a:bodyPr/>
          <a:lstStyle/>
          <a:p>
            <a:r>
              <a:rPr lang="en-IN"/>
              <a:t>iot</a:t>
            </a:r>
          </a:p>
        </p:txBody>
      </p:sp>
    </p:spTree>
    <p:extLst>
      <p:ext uri="{BB962C8B-B14F-4D97-AF65-F5344CB8AC3E}">
        <p14:creationId xmlns:p14="http://schemas.microsoft.com/office/powerpoint/2010/main" val="25709323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Header Placeholder 1">
            <a:extLst>
              <a:ext uri="{FF2B5EF4-FFF2-40B4-BE49-F238E27FC236}">
                <a16:creationId xmlns:a16="http://schemas.microsoft.com/office/drawing/2014/main" id="{4D2DCAF7-4B93-5EC6-B06B-3776556E860C}"/>
              </a:ext>
            </a:extLst>
          </p:cNvPr>
          <p:cNvSpPr>
            <a:spLocks noGrp="1"/>
          </p:cNvSpPr>
          <p:nvPr>
            <p:ph type="hdr" idx="2"/>
          </p:nvPr>
        </p:nvSpPr>
        <p:spPr/>
        <p:txBody>
          <a:bodyPr/>
          <a:lstStyle/>
          <a:p>
            <a:r>
              <a:rPr lang="en-IN"/>
              <a:t>iot</a:t>
            </a:r>
          </a:p>
        </p:txBody>
      </p:sp>
    </p:spTree>
    <p:extLst>
      <p:ext uri="{BB962C8B-B14F-4D97-AF65-F5344CB8AC3E}">
        <p14:creationId xmlns:p14="http://schemas.microsoft.com/office/powerpoint/2010/main" val="3513296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Header Placeholder 1">
            <a:extLst>
              <a:ext uri="{FF2B5EF4-FFF2-40B4-BE49-F238E27FC236}">
                <a16:creationId xmlns:a16="http://schemas.microsoft.com/office/drawing/2014/main" id="{4D2DCAF7-4B93-5EC6-B06B-3776556E860C}"/>
              </a:ext>
            </a:extLst>
          </p:cNvPr>
          <p:cNvSpPr>
            <a:spLocks noGrp="1"/>
          </p:cNvSpPr>
          <p:nvPr>
            <p:ph type="hdr" idx="2"/>
          </p:nvPr>
        </p:nvSpPr>
        <p:spPr/>
        <p:txBody>
          <a:bodyPr/>
          <a:lstStyle/>
          <a:p>
            <a:r>
              <a:rPr lang="en-IN"/>
              <a:t>iot</a:t>
            </a:r>
          </a:p>
        </p:txBody>
      </p:sp>
    </p:spTree>
    <p:extLst>
      <p:ext uri="{BB962C8B-B14F-4D97-AF65-F5344CB8AC3E}">
        <p14:creationId xmlns:p14="http://schemas.microsoft.com/office/powerpoint/2010/main" val="16799978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Header Placeholder 1">
            <a:extLst>
              <a:ext uri="{FF2B5EF4-FFF2-40B4-BE49-F238E27FC236}">
                <a16:creationId xmlns:a16="http://schemas.microsoft.com/office/drawing/2014/main" id="{4D2DCAF7-4B93-5EC6-B06B-3776556E860C}"/>
              </a:ext>
            </a:extLst>
          </p:cNvPr>
          <p:cNvSpPr>
            <a:spLocks noGrp="1"/>
          </p:cNvSpPr>
          <p:nvPr>
            <p:ph type="hdr" idx="2"/>
          </p:nvPr>
        </p:nvSpPr>
        <p:spPr/>
        <p:txBody>
          <a:bodyPr/>
          <a:lstStyle/>
          <a:p>
            <a:r>
              <a:rPr lang="en-IN"/>
              <a:t>iot</a:t>
            </a:r>
          </a:p>
        </p:txBody>
      </p:sp>
    </p:spTree>
    <p:extLst>
      <p:ext uri="{BB962C8B-B14F-4D97-AF65-F5344CB8AC3E}">
        <p14:creationId xmlns:p14="http://schemas.microsoft.com/office/powerpoint/2010/main" val="32978901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Header Placeholder 1">
            <a:extLst>
              <a:ext uri="{FF2B5EF4-FFF2-40B4-BE49-F238E27FC236}">
                <a16:creationId xmlns:a16="http://schemas.microsoft.com/office/drawing/2014/main" id="{4D2DCAF7-4B93-5EC6-B06B-3776556E860C}"/>
              </a:ext>
            </a:extLst>
          </p:cNvPr>
          <p:cNvSpPr>
            <a:spLocks noGrp="1"/>
          </p:cNvSpPr>
          <p:nvPr>
            <p:ph type="hdr" idx="2"/>
          </p:nvPr>
        </p:nvSpPr>
        <p:spPr/>
        <p:txBody>
          <a:bodyPr/>
          <a:lstStyle/>
          <a:p>
            <a:r>
              <a:rPr lang="en-IN"/>
              <a:t>iot</a:t>
            </a:r>
          </a:p>
        </p:txBody>
      </p:sp>
    </p:spTree>
    <p:extLst>
      <p:ext uri="{BB962C8B-B14F-4D97-AF65-F5344CB8AC3E}">
        <p14:creationId xmlns:p14="http://schemas.microsoft.com/office/powerpoint/2010/main" val="20409235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Header Placeholder 1">
            <a:extLst>
              <a:ext uri="{FF2B5EF4-FFF2-40B4-BE49-F238E27FC236}">
                <a16:creationId xmlns:a16="http://schemas.microsoft.com/office/drawing/2014/main" id="{4D2DCAF7-4B93-5EC6-B06B-3776556E860C}"/>
              </a:ext>
            </a:extLst>
          </p:cNvPr>
          <p:cNvSpPr>
            <a:spLocks noGrp="1"/>
          </p:cNvSpPr>
          <p:nvPr>
            <p:ph type="hdr" idx="2"/>
          </p:nvPr>
        </p:nvSpPr>
        <p:spPr/>
        <p:txBody>
          <a:bodyPr/>
          <a:lstStyle/>
          <a:p>
            <a:r>
              <a:rPr lang="en-IN"/>
              <a:t>iot</a:t>
            </a:r>
          </a:p>
        </p:txBody>
      </p:sp>
    </p:spTree>
    <p:extLst>
      <p:ext uri="{BB962C8B-B14F-4D97-AF65-F5344CB8AC3E}">
        <p14:creationId xmlns:p14="http://schemas.microsoft.com/office/powerpoint/2010/main" val="17353719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Header Placeholder 1">
            <a:extLst>
              <a:ext uri="{FF2B5EF4-FFF2-40B4-BE49-F238E27FC236}">
                <a16:creationId xmlns:a16="http://schemas.microsoft.com/office/drawing/2014/main" id="{4D2DCAF7-4B93-5EC6-B06B-3776556E860C}"/>
              </a:ext>
            </a:extLst>
          </p:cNvPr>
          <p:cNvSpPr>
            <a:spLocks noGrp="1"/>
          </p:cNvSpPr>
          <p:nvPr>
            <p:ph type="hdr" idx="2"/>
          </p:nvPr>
        </p:nvSpPr>
        <p:spPr/>
        <p:txBody>
          <a:bodyPr/>
          <a:lstStyle/>
          <a:p>
            <a:r>
              <a:rPr lang="en-IN"/>
              <a:t>iot</a:t>
            </a:r>
          </a:p>
        </p:txBody>
      </p:sp>
    </p:spTree>
    <p:extLst>
      <p:ext uri="{BB962C8B-B14F-4D97-AF65-F5344CB8AC3E}">
        <p14:creationId xmlns:p14="http://schemas.microsoft.com/office/powerpoint/2010/main" val="11868076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Header Placeholder 1">
            <a:extLst>
              <a:ext uri="{FF2B5EF4-FFF2-40B4-BE49-F238E27FC236}">
                <a16:creationId xmlns:a16="http://schemas.microsoft.com/office/drawing/2014/main" id="{4D2DCAF7-4B93-5EC6-B06B-3776556E860C}"/>
              </a:ext>
            </a:extLst>
          </p:cNvPr>
          <p:cNvSpPr>
            <a:spLocks noGrp="1"/>
          </p:cNvSpPr>
          <p:nvPr>
            <p:ph type="hdr" idx="2"/>
          </p:nvPr>
        </p:nvSpPr>
        <p:spPr/>
        <p:txBody>
          <a:bodyPr/>
          <a:lstStyle/>
          <a:p>
            <a:r>
              <a:rPr lang="en-IN"/>
              <a:t>iot</a:t>
            </a:r>
          </a:p>
        </p:txBody>
      </p:sp>
    </p:spTree>
    <p:extLst>
      <p:ext uri="{BB962C8B-B14F-4D97-AF65-F5344CB8AC3E}">
        <p14:creationId xmlns:p14="http://schemas.microsoft.com/office/powerpoint/2010/main" val="18150255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8"/>
        <p:cNvGrpSpPr/>
        <p:nvPr/>
      </p:nvGrpSpPr>
      <p:grpSpPr>
        <a:xfrm>
          <a:off x="0" y="0"/>
          <a:ext cx="0" cy="0"/>
          <a:chOff x="0" y="0"/>
          <a:chExt cx="0" cy="0"/>
        </a:xfrm>
      </p:grpSpPr>
      <p:sp>
        <p:nvSpPr>
          <p:cNvPr id="19" name="Google Shape;19;p2"/>
          <p:cNvSpPr/>
          <p:nvPr/>
        </p:nvSpPr>
        <p:spPr>
          <a:xfrm>
            <a:off x="446534" y="3085765"/>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3600"/>
              <a:buFont typeface="Gill Sans"/>
              <a:buNone/>
              <a:defRPr sz="36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spcBef>
                <a:spcPts val="320"/>
              </a:spcBef>
              <a:spcAft>
                <a:spcPts val="0"/>
              </a:spcAft>
              <a:buSzPts val="1472"/>
              <a:buNone/>
              <a:defRPr sz="1600" cap="none">
                <a:solidFill>
                  <a:schemeClr val="accent2"/>
                </a:solidFill>
              </a:defRPr>
            </a:lvl1pPr>
            <a:lvl2pPr lvl="1" algn="ctr">
              <a:spcBef>
                <a:spcPts val="600"/>
              </a:spcBef>
              <a:spcAft>
                <a:spcPts val="0"/>
              </a:spcAft>
              <a:buSzPts val="1472"/>
              <a:buNone/>
              <a:defRPr>
                <a:solidFill>
                  <a:srgbClr val="888888"/>
                </a:solidFill>
              </a:defRPr>
            </a:lvl2pPr>
            <a:lvl3pPr lvl="2" algn="ctr">
              <a:spcBef>
                <a:spcPts val="600"/>
              </a:spcBef>
              <a:spcAft>
                <a:spcPts val="0"/>
              </a:spcAft>
              <a:buSzPts val="1288"/>
              <a:buNone/>
              <a:defRPr>
                <a:solidFill>
                  <a:srgbClr val="888888"/>
                </a:solidFill>
              </a:defRPr>
            </a:lvl3pPr>
            <a:lvl4pPr lvl="3" algn="ctr">
              <a:spcBef>
                <a:spcPts val="600"/>
              </a:spcBef>
              <a:spcAft>
                <a:spcPts val="0"/>
              </a:spcAft>
              <a:buSzPts val="1104"/>
              <a:buNone/>
              <a:defRPr>
                <a:solidFill>
                  <a:srgbClr val="888888"/>
                </a:solidFill>
              </a:defRPr>
            </a:lvl4pPr>
            <a:lvl5pPr lvl="4" algn="ctr">
              <a:spcBef>
                <a:spcPts val="600"/>
              </a:spcBef>
              <a:spcAft>
                <a:spcPts val="0"/>
              </a:spcAft>
              <a:buSzPts val="1104"/>
              <a:buNone/>
              <a:defRPr>
                <a:solidFill>
                  <a:srgbClr val="888888"/>
                </a:solidFill>
              </a:defRPr>
            </a:lvl5pPr>
            <a:lvl6pPr lvl="5" algn="ctr">
              <a:spcBef>
                <a:spcPts val="600"/>
              </a:spcBef>
              <a:spcAft>
                <a:spcPts val="0"/>
              </a:spcAft>
              <a:buSzPts val="1104"/>
              <a:buNone/>
              <a:defRPr>
                <a:solidFill>
                  <a:srgbClr val="888888"/>
                </a:solidFill>
              </a:defRPr>
            </a:lvl6pPr>
            <a:lvl7pPr lvl="6" algn="ctr">
              <a:spcBef>
                <a:spcPts val="600"/>
              </a:spcBef>
              <a:spcAft>
                <a:spcPts val="0"/>
              </a:spcAft>
              <a:buSzPts val="1104"/>
              <a:buNone/>
              <a:defRPr>
                <a:solidFill>
                  <a:srgbClr val="888888"/>
                </a:solidFill>
              </a:defRPr>
            </a:lvl7pPr>
            <a:lvl8pPr lvl="7" algn="ctr">
              <a:spcBef>
                <a:spcPts val="600"/>
              </a:spcBef>
              <a:spcAft>
                <a:spcPts val="0"/>
              </a:spcAft>
              <a:buSzPts val="1104"/>
              <a:buNone/>
              <a:defRPr>
                <a:solidFill>
                  <a:srgbClr val="888888"/>
                </a:solidFill>
              </a:defRPr>
            </a:lvl8pPr>
            <a:lvl9pPr lvl="8" algn="ctr">
              <a:spcBef>
                <a:spcPts val="600"/>
              </a:spcBef>
              <a:spcAft>
                <a:spcPts val="600"/>
              </a:spcAft>
              <a:buSzPts val="1104"/>
              <a:buNone/>
              <a:defRPr>
                <a:solidFill>
                  <a:srgbClr val="888888"/>
                </a:solidFill>
              </a:defRPr>
            </a:lvl9pPr>
          </a:lstStyle>
          <a:p>
            <a:endParaRPr/>
          </a:p>
        </p:txBody>
      </p:sp>
      <p:sp>
        <p:nvSpPr>
          <p:cNvPr id="22" name="Google Shape;22;p2"/>
          <p:cNvSpPr txBox="1">
            <a:spLocks noGrp="1"/>
          </p:cNvSpPr>
          <p:nvPr>
            <p:ph type="dt" idx="10"/>
          </p:nvPr>
        </p:nvSpPr>
        <p:spPr>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2"/>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2"/>
          <p:cNvSpPr txBox="1">
            <a:spLocks noGrp="1"/>
          </p:cNvSpPr>
          <p:nvPr>
            <p:ph type="sldNum" idx="12"/>
          </p:nvPr>
        </p:nvSpPr>
        <p:spPr>
          <a:xfrm>
            <a:off x="10558300" y="5956137"/>
            <a:ext cx="101644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b="0" i="0" u="none" strike="noStrike" cap="none">
                <a:solidFill>
                  <a:srgbClr val="2D58AC"/>
                </a:solidFill>
                <a:latin typeface="Gill Sans"/>
                <a:ea typeface="Gill Sans"/>
                <a:cs typeface="Gill Sans"/>
                <a:sym typeface="Gill Sans"/>
              </a:defRPr>
            </a:lvl1pPr>
            <a:lvl2pPr marL="0" lvl="1" indent="0" algn="r">
              <a:spcBef>
                <a:spcPts val="0"/>
              </a:spcBef>
              <a:buNone/>
              <a:defRPr sz="900" b="0" i="0" u="none" strike="noStrike" cap="none">
                <a:solidFill>
                  <a:srgbClr val="2D58AC"/>
                </a:solidFill>
                <a:latin typeface="Gill Sans"/>
                <a:ea typeface="Gill Sans"/>
                <a:cs typeface="Gill Sans"/>
                <a:sym typeface="Gill Sans"/>
              </a:defRPr>
            </a:lvl2pPr>
            <a:lvl3pPr marL="0" lvl="2" indent="0" algn="r">
              <a:spcBef>
                <a:spcPts val="0"/>
              </a:spcBef>
              <a:buNone/>
              <a:defRPr sz="900" b="0" i="0" u="none" strike="noStrike" cap="none">
                <a:solidFill>
                  <a:srgbClr val="2D58AC"/>
                </a:solidFill>
                <a:latin typeface="Gill Sans"/>
                <a:ea typeface="Gill Sans"/>
                <a:cs typeface="Gill Sans"/>
                <a:sym typeface="Gill Sans"/>
              </a:defRPr>
            </a:lvl3pPr>
            <a:lvl4pPr marL="0" lvl="3" indent="0" algn="r">
              <a:spcBef>
                <a:spcPts val="0"/>
              </a:spcBef>
              <a:buNone/>
              <a:defRPr sz="900" b="0" i="0" u="none" strike="noStrike" cap="none">
                <a:solidFill>
                  <a:srgbClr val="2D58AC"/>
                </a:solidFill>
                <a:latin typeface="Gill Sans"/>
                <a:ea typeface="Gill Sans"/>
                <a:cs typeface="Gill Sans"/>
                <a:sym typeface="Gill Sans"/>
              </a:defRPr>
            </a:lvl4pPr>
            <a:lvl5pPr marL="0" lvl="4" indent="0" algn="r">
              <a:spcBef>
                <a:spcPts val="0"/>
              </a:spcBef>
              <a:buNone/>
              <a:defRPr sz="900" b="0" i="0" u="none" strike="noStrike" cap="none">
                <a:solidFill>
                  <a:srgbClr val="2D58AC"/>
                </a:solidFill>
                <a:latin typeface="Gill Sans"/>
                <a:ea typeface="Gill Sans"/>
                <a:cs typeface="Gill Sans"/>
                <a:sym typeface="Gill Sans"/>
              </a:defRPr>
            </a:lvl5pPr>
            <a:lvl6pPr marL="0" lvl="5" indent="0" algn="r">
              <a:spcBef>
                <a:spcPts val="0"/>
              </a:spcBef>
              <a:buNone/>
              <a:defRPr sz="900" b="0" i="0" u="none" strike="noStrike" cap="none">
                <a:solidFill>
                  <a:srgbClr val="2D58AC"/>
                </a:solidFill>
                <a:latin typeface="Gill Sans"/>
                <a:ea typeface="Gill Sans"/>
                <a:cs typeface="Gill Sans"/>
                <a:sym typeface="Gill Sans"/>
              </a:defRPr>
            </a:lvl6pPr>
            <a:lvl7pPr marL="0" lvl="6" indent="0" algn="r">
              <a:spcBef>
                <a:spcPts val="0"/>
              </a:spcBef>
              <a:buNone/>
              <a:defRPr sz="900" b="0" i="0" u="none" strike="noStrike" cap="none">
                <a:solidFill>
                  <a:srgbClr val="2D58AC"/>
                </a:solidFill>
                <a:latin typeface="Gill Sans"/>
                <a:ea typeface="Gill Sans"/>
                <a:cs typeface="Gill Sans"/>
                <a:sym typeface="Gill Sans"/>
              </a:defRPr>
            </a:lvl7pPr>
            <a:lvl8pPr marL="0" lvl="7" indent="0" algn="r">
              <a:spcBef>
                <a:spcPts val="0"/>
              </a:spcBef>
              <a:buNone/>
              <a:defRPr sz="900" b="0" i="0" u="none" strike="noStrike" cap="none">
                <a:solidFill>
                  <a:srgbClr val="2D58AC"/>
                </a:solidFill>
                <a:latin typeface="Gill Sans"/>
                <a:ea typeface="Gill Sans"/>
                <a:cs typeface="Gill Sans"/>
                <a:sym typeface="Gill Sans"/>
              </a:defRPr>
            </a:lvl8pPr>
            <a:lvl9pPr marL="0" lvl="8" indent="0" algn="r">
              <a:spcBef>
                <a:spcPts val="0"/>
              </a:spcBef>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3"/>
          <p:cNvSpPr txBox="1">
            <a:spLocks noGrp="1"/>
          </p:cNvSpPr>
          <p:nvPr>
            <p:ph type="body" idx="1"/>
          </p:nvPr>
        </p:nvSpPr>
        <p:spPr>
          <a:xfrm>
            <a:off x="581192" y="2180496"/>
            <a:ext cx="11029615" cy="3678303"/>
          </a:xfrm>
          <a:prstGeom prst="rect">
            <a:avLst/>
          </a:prstGeom>
          <a:noFill/>
          <a:ln>
            <a:noFill/>
          </a:ln>
        </p:spPr>
        <p:txBody>
          <a:bodyPr spcFirstLastPara="1" wrap="square" lIns="91425" tIns="45700" rIns="91425" bIns="45700" anchor="ctr"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29" name="Google Shape;29;p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
          <p:cNvSpPr txBox="1">
            <a:spLocks noGrp="1"/>
          </p:cNvSpPr>
          <p:nvPr>
            <p:ph type="sldNum" idx="12"/>
          </p:nvPr>
        </p:nvSpPr>
        <p:spPr>
          <a:xfrm>
            <a:off x="10558300" y="5956137"/>
            <a:ext cx="1052508"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5"/>
          <p:cNvSpPr/>
          <p:nvPr/>
        </p:nvSpPr>
        <p:spPr>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5"/>
          <p:cNvSpPr txBox="1">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3600"/>
              <a:buFont typeface="Gill Sans"/>
              <a:buNone/>
              <a:defRPr sz="3600" b="0" cap="none">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5"/>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1656"/>
              <a:buNone/>
              <a:defRPr sz="1800" cap="none">
                <a:solidFill>
                  <a:schemeClr val="accent2"/>
                </a:solidFill>
              </a:defRPr>
            </a:lvl1pPr>
            <a:lvl2pPr marL="914400" lvl="1" indent="-228600" algn="l">
              <a:spcBef>
                <a:spcPts val="600"/>
              </a:spcBef>
              <a:spcAft>
                <a:spcPts val="0"/>
              </a:spcAft>
              <a:buSzPts val="1656"/>
              <a:buNone/>
              <a:defRPr sz="1800">
                <a:solidFill>
                  <a:srgbClr val="888888"/>
                </a:solidFill>
              </a:defRPr>
            </a:lvl2pPr>
            <a:lvl3pPr marL="1371600" lvl="2" indent="-228600" algn="l">
              <a:spcBef>
                <a:spcPts val="600"/>
              </a:spcBef>
              <a:spcAft>
                <a:spcPts val="0"/>
              </a:spcAft>
              <a:buSzPts val="1472"/>
              <a:buNone/>
              <a:defRPr sz="1600">
                <a:solidFill>
                  <a:srgbClr val="888888"/>
                </a:solidFill>
              </a:defRPr>
            </a:lvl3pPr>
            <a:lvl4pPr marL="1828800" lvl="3" indent="-228600" algn="l">
              <a:spcBef>
                <a:spcPts val="600"/>
              </a:spcBef>
              <a:spcAft>
                <a:spcPts val="0"/>
              </a:spcAft>
              <a:buSzPts val="1288"/>
              <a:buNone/>
              <a:defRPr sz="1400">
                <a:solidFill>
                  <a:srgbClr val="888888"/>
                </a:solidFill>
              </a:defRPr>
            </a:lvl4pPr>
            <a:lvl5pPr marL="2286000" lvl="4" indent="-228600" algn="l">
              <a:spcBef>
                <a:spcPts val="600"/>
              </a:spcBef>
              <a:spcAft>
                <a:spcPts val="0"/>
              </a:spcAft>
              <a:buSzPts val="1288"/>
              <a:buNone/>
              <a:defRPr sz="1400">
                <a:solidFill>
                  <a:srgbClr val="888888"/>
                </a:solidFill>
              </a:defRPr>
            </a:lvl5pPr>
            <a:lvl6pPr marL="2743200" lvl="5" indent="-228600" algn="l">
              <a:spcBef>
                <a:spcPts val="600"/>
              </a:spcBef>
              <a:spcAft>
                <a:spcPts val="0"/>
              </a:spcAft>
              <a:buSzPts val="1288"/>
              <a:buNone/>
              <a:defRPr sz="1400">
                <a:solidFill>
                  <a:srgbClr val="888888"/>
                </a:solidFill>
              </a:defRPr>
            </a:lvl6pPr>
            <a:lvl7pPr marL="3200400" lvl="6" indent="-228600" algn="l">
              <a:spcBef>
                <a:spcPts val="600"/>
              </a:spcBef>
              <a:spcAft>
                <a:spcPts val="0"/>
              </a:spcAft>
              <a:buSzPts val="1288"/>
              <a:buNone/>
              <a:defRPr sz="1400">
                <a:solidFill>
                  <a:srgbClr val="888888"/>
                </a:solidFill>
              </a:defRPr>
            </a:lvl7pPr>
            <a:lvl8pPr marL="3657600" lvl="7" indent="-228600" algn="l">
              <a:spcBef>
                <a:spcPts val="600"/>
              </a:spcBef>
              <a:spcAft>
                <a:spcPts val="0"/>
              </a:spcAft>
              <a:buSzPts val="1288"/>
              <a:buNone/>
              <a:defRPr sz="1400">
                <a:solidFill>
                  <a:srgbClr val="888888"/>
                </a:solidFill>
              </a:defRPr>
            </a:lvl8pPr>
            <a:lvl9pPr marL="4114800" lvl="8" indent="-228600" algn="l">
              <a:spcBef>
                <a:spcPts val="600"/>
              </a:spcBef>
              <a:spcAft>
                <a:spcPts val="600"/>
              </a:spcAft>
              <a:buSzPts val="1288"/>
              <a:buNone/>
              <a:defRPr sz="1400">
                <a:solidFill>
                  <a:srgbClr val="888888"/>
                </a:solidFill>
              </a:defRPr>
            </a:lvl9pPr>
          </a:lstStyle>
          <a:p>
            <a:endParaRPr/>
          </a:p>
        </p:txBody>
      </p:sp>
      <p:sp>
        <p:nvSpPr>
          <p:cNvPr id="44" name="Google Shape;44;p5"/>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5"/>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5"/>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a:solidFill>
                  <a:srgbClr val="2D58AC"/>
                </a:solidFill>
                <a:latin typeface="Gill Sans"/>
                <a:ea typeface="Gill Sans"/>
                <a:cs typeface="Gill Sans"/>
                <a:sym typeface="Gill Sans"/>
              </a:defRPr>
            </a:lvl1pPr>
            <a:lvl2pPr marL="0" lvl="1" indent="0" algn="r">
              <a:spcBef>
                <a:spcPts val="0"/>
              </a:spcBef>
              <a:buNone/>
              <a:defRPr sz="900">
                <a:solidFill>
                  <a:srgbClr val="2D58AC"/>
                </a:solidFill>
                <a:latin typeface="Gill Sans"/>
                <a:ea typeface="Gill Sans"/>
                <a:cs typeface="Gill Sans"/>
                <a:sym typeface="Gill Sans"/>
              </a:defRPr>
            </a:lvl2pPr>
            <a:lvl3pPr marL="0" lvl="2" indent="0" algn="r">
              <a:spcBef>
                <a:spcPts val="0"/>
              </a:spcBef>
              <a:buNone/>
              <a:defRPr sz="900">
                <a:solidFill>
                  <a:srgbClr val="2D58AC"/>
                </a:solidFill>
                <a:latin typeface="Gill Sans"/>
                <a:ea typeface="Gill Sans"/>
                <a:cs typeface="Gill Sans"/>
                <a:sym typeface="Gill Sans"/>
              </a:defRPr>
            </a:lvl3pPr>
            <a:lvl4pPr marL="0" lvl="3" indent="0" algn="r">
              <a:spcBef>
                <a:spcPts val="0"/>
              </a:spcBef>
              <a:buNone/>
              <a:defRPr sz="900">
                <a:solidFill>
                  <a:srgbClr val="2D58AC"/>
                </a:solidFill>
                <a:latin typeface="Gill Sans"/>
                <a:ea typeface="Gill Sans"/>
                <a:cs typeface="Gill Sans"/>
                <a:sym typeface="Gill Sans"/>
              </a:defRPr>
            </a:lvl4pPr>
            <a:lvl5pPr marL="0" lvl="4" indent="0" algn="r">
              <a:spcBef>
                <a:spcPts val="0"/>
              </a:spcBef>
              <a:buNone/>
              <a:defRPr sz="900">
                <a:solidFill>
                  <a:srgbClr val="2D58AC"/>
                </a:solidFill>
                <a:latin typeface="Gill Sans"/>
                <a:ea typeface="Gill Sans"/>
                <a:cs typeface="Gill Sans"/>
                <a:sym typeface="Gill Sans"/>
              </a:defRPr>
            </a:lvl5pPr>
            <a:lvl6pPr marL="0" lvl="5" indent="0" algn="r">
              <a:spcBef>
                <a:spcPts val="0"/>
              </a:spcBef>
              <a:buNone/>
              <a:defRPr sz="900">
                <a:solidFill>
                  <a:srgbClr val="2D58AC"/>
                </a:solidFill>
                <a:latin typeface="Gill Sans"/>
                <a:ea typeface="Gill Sans"/>
                <a:cs typeface="Gill Sans"/>
                <a:sym typeface="Gill Sans"/>
              </a:defRPr>
            </a:lvl6pPr>
            <a:lvl7pPr marL="0" lvl="6" indent="0" algn="r">
              <a:spcBef>
                <a:spcPts val="0"/>
              </a:spcBef>
              <a:buNone/>
              <a:defRPr sz="900">
                <a:solidFill>
                  <a:srgbClr val="2D58AC"/>
                </a:solidFill>
                <a:latin typeface="Gill Sans"/>
                <a:ea typeface="Gill Sans"/>
                <a:cs typeface="Gill Sans"/>
                <a:sym typeface="Gill Sans"/>
              </a:defRPr>
            </a:lvl7pPr>
            <a:lvl8pPr marL="0" lvl="7" indent="0" algn="r">
              <a:spcBef>
                <a:spcPts val="0"/>
              </a:spcBef>
              <a:buNone/>
              <a:defRPr sz="900">
                <a:solidFill>
                  <a:srgbClr val="2D58AC"/>
                </a:solidFill>
                <a:latin typeface="Gill Sans"/>
                <a:ea typeface="Gill Sans"/>
                <a:cs typeface="Gill Sans"/>
                <a:sym typeface="Gill Sans"/>
              </a:defRPr>
            </a:lvl8pPr>
            <a:lvl9pPr marL="0" lvl="8" indent="0" algn="r">
              <a:spcBef>
                <a:spcPts val="0"/>
              </a:spcBef>
              <a:buNone/>
              <a:defRPr sz="900">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6"/>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6"/>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6"/>
          <p:cNvSpPr txBox="1">
            <a:spLocks noGrp="1"/>
          </p:cNvSpPr>
          <p:nvPr>
            <p:ph type="body" idx="1"/>
          </p:nvPr>
        </p:nvSpPr>
        <p:spPr>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spcBef>
                <a:spcPts val="440"/>
              </a:spcBef>
              <a:spcAft>
                <a:spcPts val="0"/>
              </a:spcAft>
              <a:buSzPts val="2024"/>
              <a:buNone/>
              <a:defRPr sz="2200" b="0">
                <a:solidFill>
                  <a:schemeClr val="accent2"/>
                </a:solidFill>
              </a:defRPr>
            </a:lvl1pPr>
            <a:lvl2pPr marL="914400" lvl="1" indent="-228600" algn="l">
              <a:spcBef>
                <a:spcPts val="600"/>
              </a:spcBef>
              <a:spcAft>
                <a:spcPts val="0"/>
              </a:spcAft>
              <a:buSzPts val="1840"/>
              <a:buNone/>
              <a:defRPr sz="2000" b="1"/>
            </a:lvl2pPr>
            <a:lvl3pPr marL="1371600" lvl="2" indent="-228600" algn="l">
              <a:spcBef>
                <a:spcPts val="600"/>
              </a:spcBef>
              <a:spcAft>
                <a:spcPts val="0"/>
              </a:spcAft>
              <a:buSzPts val="1656"/>
              <a:buNone/>
              <a:defRPr sz="1800" b="1"/>
            </a:lvl3pPr>
            <a:lvl4pPr marL="1828800" lvl="3" indent="-228600" algn="l">
              <a:spcBef>
                <a:spcPts val="600"/>
              </a:spcBef>
              <a:spcAft>
                <a:spcPts val="0"/>
              </a:spcAft>
              <a:buSzPts val="1472"/>
              <a:buNone/>
              <a:defRPr sz="1600" b="1"/>
            </a:lvl4pPr>
            <a:lvl5pPr marL="2286000" lvl="4" indent="-228600" algn="l">
              <a:spcBef>
                <a:spcPts val="600"/>
              </a:spcBef>
              <a:spcAft>
                <a:spcPts val="0"/>
              </a:spcAft>
              <a:buSzPts val="1472"/>
              <a:buNone/>
              <a:defRPr sz="1600" b="1"/>
            </a:lvl5pPr>
            <a:lvl6pPr marL="2743200" lvl="5" indent="-228600" algn="l">
              <a:spcBef>
                <a:spcPts val="600"/>
              </a:spcBef>
              <a:spcAft>
                <a:spcPts val="0"/>
              </a:spcAft>
              <a:buSzPts val="1472"/>
              <a:buNone/>
              <a:defRPr sz="1600" b="1"/>
            </a:lvl6pPr>
            <a:lvl7pPr marL="3200400" lvl="6" indent="-228600" algn="l">
              <a:spcBef>
                <a:spcPts val="600"/>
              </a:spcBef>
              <a:spcAft>
                <a:spcPts val="0"/>
              </a:spcAft>
              <a:buSzPts val="1472"/>
              <a:buNone/>
              <a:defRPr sz="1600" b="1"/>
            </a:lvl7pPr>
            <a:lvl8pPr marL="3657600" lvl="7" indent="-228600" algn="l">
              <a:spcBef>
                <a:spcPts val="600"/>
              </a:spcBef>
              <a:spcAft>
                <a:spcPts val="0"/>
              </a:spcAft>
              <a:buSzPts val="1472"/>
              <a:buNone/>
              <a:defRPr sz="1600" b="1"/>
            </a:lvl8pPr>
            <a:lvl9pPr marL="4114800" lvl="8" indent="-228600" algn="l">
              <a:spcBef>
                <a:spcPts val="600"/>
              </a:spcBef>
              <a:spcAft>
                <a:spcPts val="600"/>
              </a:spcAft>
              <a:buSzPts val="1472"/>
              <a:buNone/>
              <a:defRPr sz="1600" b="1"/>
            </a:lvl9pPr>
          </a:lstStyle>
          <a:p>
            <a:endParaRPr/>
          </a:p>
        </p:txBody>
      </p:sp>
      <p:sp>
        <p:nvSpPr>
          <p:cNvPr id="51" name="Google Shape;51;p6"/>
          <p:cNvSpPr txBox="1">
            <a:spLocks noGrp="1"/>
          </p:cNvSpPr>
          <p:nvPr>
            <p:ph type="body" idx="2"/>
          </p:nvPr>
        </p:nvSpPr>
        <p:spPr>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52" name="Google Shape;52;p6"/>
          <p:cNvSpPr txBox="1">
            <a:spLocks noGrp="1"/>
          </p:cNvSpPr>
          <p:nvPr>
            <p:ph type="body" idx="3"/>
          </p:nvPr>
        </p:nvSpPr>
        <p:spPr>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spcBef>
                <a:spcPts val="440"/>
              </a:spcBef>
              <a:spcAft>
                <a:spcPts val="0"/>
              </a:spcAft>
              <a:buSzPts val="2024"/>
              <a:buNone/>
              <a:defRPr sz="2200" b="0">
                <a:solidFill>
                  <a:schemeClr val="accent2"/>
                </a:solidFill>
              </a:defRPr>
            </a:lvl1pPr>
            <a:lvl2pPr marL="914400" lvl="1" indent="-228600" algn="l">
              <a:spcBef>
                <a:spcPts val="600"/>
              </a:spcBef>
              <a:spcAft>
                <a:spcPts val="0"/>
              </a:spcAft>
              <a:buSzPts val="1840"/>
              <a:buNone/>
              <a:defRPr sz="2000" b="1"/>
            </a:lvl2pPr>
            <a:lvl3pPr marL="1371600" lvl="2" indent="-228600" algn="l">
              <a:spcBef>
                <a:spcPts val="600"/>
              </a:spcBef>
              <a:spcAft>
                <a:spcPts val="0"/>
              </a:spcAft>
              <a:buSzPts val="1656"/>
              <a:buNone/>
              <a:defRPr sz="1800" b="1"/>
            </a:lvl3pPr>
            <a:lvl4pPr marL="1828800" lvl="3" indent="-228600" algn="l">
              <a:spcBef>
                <a:spcPts val="600"/>
              </a:spcBef>
              <a:spcAft>
                <a:spcPts val="0"/>
              </a:spcAft>
              <a:buSzPts val="1472"/>
              <a:buNone/>
              <a:defRPr sz="1600" b="1"/>
            </a:lvl4pPr>
            <a:lvl5pPr marL="2286000" lvl="4" indent="-228600" algn="l">
              <a:spcBef>
                <a:spcPts val="600"/>
              </a:spcBef>
              <a:spcAft>
                <a:spcPts val="0"/>
              </a:spcAft>
              <a:buSzPts val="1472"/>
              <a:buNone/>
              <a:defRPr sz="1600" b="1"/>
            </a:lvl5pPr>
            <a:lvl6pPr marL="2743200" lvl="5" indent="-228600" algn="l">
              <a:spcBef>
                <a:spcPts val="600"/>
              </a:spcBef>
              <a:spcAft>
                <a:spcPts val="0"/>
              </a:spcAft>
              <a:buSzPts val="1472"/>
              <a:buNone/>
              <a:defRPr sz="1600" b="1"/>
            </a:lvl6pPr>
            <a:lvl7pPr marL="3200400" lvl="6" indent="-228600" algn="l">
              <a:spcBef>
                <a:spcPts val="600"/>
              </a:spcBef>
              <a:spcAft>
                <a:spcPts val="0"/>
              </a:spcAft>
              <a:buSzPts val="1472"/>
              <a:buNone/>
              <a:defRPr sz="1600" b="1"/>
            </a:lvl7pPr>
            <a:lvl8pPr marL="3657600" lvl="7" indent="-228600" algn="l">
              <a:spcBef>
                <a:spcPts val="600"/>
              </a:spcBef>
              <a:spcAft>
                <a:spcPts val="0"/>
              </a:spcAft>
              <a:buSzPts val="1472"/>
              <a:buNone/>
              <a:defRPr sz="1600" b="1"/>
            </a:lvl8pPr>
            <a:lvl9pPr marL="4114800" lvl="8" indent="-228600" algn="l">
              <a:spcBef>
                <a:spcPts val="600"/>
              </a:spcBef>
              <a:spcAft>
                <a:spcPts val="600"/>
              </a:spcAft>
              <a:buSzPts val="1472"/>
              <a:buNone/>
              <a:defRPr sz="1600" b="1"/>
            </a:lvl9pPr>
          </a:lstStyle>
          <a:p>
            <a:endParaRPr/>
          </a:p>
        </p:txBody>
      </p:sp>
      <p:sp>
        <p:nvSpPr>
          <p:cNvPr id="53" name="Google Shape;53;p6"/>
          <p:cNvSpPr txBox="1">
            <a:spLocks noGrp="1"/>
          </p:cNvSpPr>
          <p:nvPr>
            <p:ph type="body" idx="4"/>
          </p:nvPr>
        </p:nvSpPr>
        <p:spPr>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54" name="Google Shape;54;p6"/>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6"/>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6"/>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7"/>
        <p:cNvGrpSpPr/>
        <p:nvPr/>
      </p:nvGrpSpPr>
      <p:grpSpPr>
        <a:xfrm>
          <a:off x="0" y="0"/>
          <a:ext cx="0" cy="0"/>
          <a:chOff x="0" y="0"/>
          <a:chExt cx="0" cy="0"/>
        </a:xfrm>
      </p:grpSpPr>
      <p:sp>
        <p:nvSpPr>
          <p:cNvPr id="58" name="Google Shape;58;p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
        <p:nvSpPr>
          <p:cNvPr id="61" name="Google Shape;61;p7"/>
          <p:cNvSpPr/>
          <p:nvPr/>
        </p:nvSpPr>
        <p:spPr>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7"/>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3"/>
        <p:cNvGrpSpPr/>
        <p:nvPr/>
      </p:nvGrpSpPr>
      <p:grpSpPr>
        <a:xfrm>
          <a:off x="0" y="0"/>
          <a:ext cx="0" cy="0"/>
          <a:chOff x="0" y="0"/>
          <a:chExt cx="0" cy="0"/>
        </a:xfrm>
      </p:grpSpPr>
      <p:sp>
        <p:nvSpPr>
          <p:cNvPr id="64" name="Google Shape;64;p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7"/>
        <p:cNvGrpSpPr/>
        <p:nvPr/>
      </p:nvGrpSpPr>
      <p:grpSpPr>
        <a:xfrm>
          <a:off x="0" y="0"/>
          <a:ext cx="0" cy="0"/>
          <a:chOff x="0" y="0"/>
          <a:chExt cx="0" cy="0"/>
        </a:xfrm>
      </p:grpSpPr>
      <p:sp>
        <p:nvSpPr>
          <p:cNvPr id="68" name="Google Shape;68;p9"/>
          <p:cNvSpPr/>
          <p:nvPr/>
        </p:nvSpPr>
        <p:spPr>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9"/>
          <p:cNvSpPr txBox="1">
            <a:spLocks noGrp="1"/>
          </p:cNvSpPr>
          <p:nvPr>
            <p:ph type="title"/>
          </p:nvPr>
        </p:nvSpPr>
        <p:spPr>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2D58AC"/>
              </a:buClr>
              <a:buSzPts val="2000"/>
              <a:buFont typeface="Gill Sans"/>
              <a:buNone/>
              <a:defRPr sz="2000" b="0">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9"/>
          <p:cNvSpPr txBox="1">
            <a:spLocks noGrp="1"/>
          </p:cNvSpPr>
          <p:nvPr>
            <p:ph type="body" idx="1"/>
          </p:nvPr>
        </p:nvSpPr>
        <p:spPr>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spcBef>
                <a:spcPts val="400"/>
              </a:spcBef>
              <a:spcAft>
                <a:spcPts val="0"/>
              </a:spcAft>
              <a:buSzPts val="1840"/>
              <a:buChar char="◼"/>
              <a:defRPr sz="2000">
                <a:solidFill>
                  <a:schemeClr val="dk2"/>
                </a:solidFill>
              </a:defRPr>
            </a:lvl1pPr>
            <a:lvl2pPr marL="914400" lvl="1" indent="-333756" algn="l">
              <a:spcBef>
                <a:spcPts val="600"/>
              </a:spcBef>
              <a:spcAft>
                <a:spcPts val="0"/>
              </a:spcAft>
              <a:buSzPts val="1656"/>
              <a:buChar char="◼"/>
              <a:defRPr sz="1800">
                <a:solidFill>
                  <a:schemeClr val="dk2"/>
                </a:solidFill>
              </a:defRPr>
            </a:lvl2pPr>
            <a:lvl3pPr marL="1371600" lvl="2" indent="-322072" algn="l">
              <a:spcBef>
                <a:spcPts val="600"/>
              </a:spcBef>
              <a:spcAft>
                <a:spcPts val="0"/>
              </a:spcAft>
              <a:buSzPts val="1472"/>
              <a:buChar char="◼"/>
              <a:defRPr sz="1600">
                <a:solidFill>
                  <a:schemeClr val="dk2"/>
                </a:solidFill>
              </a:defRPr>
            </a:lvl3pPr>
            <a:lvl4pPr marL="1828800" lvl="3" indent="-310388" algn="l">
              <a:spcBef>
                <a:spcPts val="600"/>
              </a:spcBef>
              <a:spcAft>
                <a:spcPts val="0"/>
              </a:spcAft>
              <a:buSzPts val="1288"/>
              <a:buChar char="◼"/>
              <a:defRPr sz="1400">
                <a:solidFill>
                  <a:schemeClr val="dk2"/>
                </a:solidFill>
              </a:defRPr>
            </a:lvl4pPr>
            <a:lvl5pPr marL="2286000" lvl="4" indent="-310388" algn="l">
              <a:spcBef>
                <a:spcPts val="600"/>
              </a:spcBef>
              <a:spcAft>
                <a:spcPts val="0"/>
              </a:spcAft>
              <a:buSzPts val="1288"/>
              <a:buChar char="◼"/>
              <a:defRPr sz="1400">
                <a:solidFill>
                  <a:schemeClr val="dk2"/>
                </a:solidFill>
              </a:defRPr>
            </a:lvl5pPr>
            <a:lvl6pPr marL="2743200" lvl="5" indent="-310388" algn="l">
              <a:spcBef>
                <a:spcPts val="600"/>
              </a:spcBef>
              <a:spcAft>
                <a:spcPts val="0"/>
              </a:spcAft>
              <a:buSzPts val="1288"/>
              <a:buChar char="◼"/>
              <a:defRPr sz="1400">
                <a:solidFill>
                  <a:schemeClr val="dk2"/>
                </a:solidFill>
              </a:defRPr>
            </a:lvl6pPr>
            <a:lvl7pPr marL="3200400" lvl="6" indent="-310388" algn="l">
              <a:spcBef>
                <a:spcPts val="600"/>
              </a:spcBef>
              <a:spcAft>
                <a:spcPts val="0"/>
              </a:spcAft>
              <a:buSzPts val="1288"/>
              <a:buChar char="◼"/>
              <a:defRPr sz="1400">
                <a:solidFill>
                  <a:schemeClr val="dk2"/>
                </a:solidFill>
              </a:defRPr>
            </a:lvl7pPr>
            <a:lvl8pPr marL="3657600" lvl="7" indent="-310388" algn="l">
              <a:spcBef>
                <a:spcPts val="600"/>
              </a:spcBef>
              <a:spcAft>
                <a:spcPts val="0"/>
              </a:spcAft>
              <a:buSzPts val="1288"/>
              <a:buChar char="◼"/>
              <a:defRPr sz="1400">
                <a:solidFill>
                  <a:schemeClr val="dk2"/>
                </a:solidFill>
              </a:defRPr>
            </a:lvl8pPr>
            <a:lvl9pPr marL="4114800" lvl="8" indent="-310388" algn="l">
              <a:spcBef>
                <a:spcPts val="600"/>
              </a:spcBef>
              <a:spcAft>
                <a:spcPts val="600"/>
              </a:spcAft>
              <a:buSzPts val="1288"/>
              <a:buChar char="◼"/>
              <a:defRPr sz="1400">
                <a:solidFill>
                  <a:schemeClr val="dk2"/>
                </a:solidFill>
              </a:defRPr>
            </a:lvl9pPr>
          </a:lstStyle>
          <a:p>
            <a:endParaRPr/>
          </a:p>
        </p:txBody>
      </p:sp>
      <p:sp>
        <p:nvSpPr>
          <p:cNvPr id="71" name="Google Shape;71;p9"/>
          <p:cNvSpPr txBox="1">
            <a:spLocks noGrp="1"/>
          </p:cNvSpPr>
          <p:nvPr>
            <p:ph type="body" idx="2"/>
          </p:nvPr>
        </p:nvSpPr>
        <p:spPr>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spcBef>
                <a:spcPts val="220"/>
              </a:spcBef>
              <a:spcAft>
                <a:spcPts val="0"/>
              </a:spcAft>
              <a:buSzPts val="1012"/>
              <a:buNone/>
              <a:defRPr sz="1100">
                <a:solidFill>
                  <a:schemeClr val="lt1"/>
                </a:solidFill>
              </a:defRPr>
            </a:lvl1pPr>
            <a:lvl2pPr marL="914400" lvl="1" indent="-228600" algn="l">
              <a:spcBef>
                <a:spcPts val="600"/>
              </a:spcBef>
              <a:spcAft>
                <a:spcPts val="0"/>
              </a:spcAft>
              <a:buSzPts val="1012"/>
              <a:buNone/>
              <a:defRPr sz="1100"/>
            </a:lvl2pPr>
            <a:lvl3pPr marL="1371600" lvl="2" indent="-228600" algn="l">
              <a:spcBef>
                <a:spcPts val="600"/>
              </a:spcBef>
              <a:spcAft>
                <a:spcPts val="0"/>
              </a:spcAft>
              <a:buSzPts val="920"/>
              <a:buNone/>
              <a:defRPr sz="1000"/>
            </a:lvl3pPr>
            <a:lvl4pPr marL="1828800" lvl="3" indent="-228600" algn="l">
              <a:spcBef>
                <a:spcPts val="600"/>
              </a:spcBef>
              <a:spcAft>
                <a:spcPts val="0"/>
              </a:spcAft>
              <a:buSzPts val="828"/>
              <a:buNone/>
              <a:defRPr sz="900"/>
            </a:lvl4pPr>
            <a:lvl5pPr marL="2286000" lvl="4" indent="-228600" algn="l">
              <a:spcBef>
                <a:spcPts val="600"/>
              </a:spcBef>
              <a:spcAft>
                <a:spcPts val="0"/>
              </a:spcAft>
              <a:buSzPts val="828"/>
              <a:buNone/>
              <a:defRPr sz="900"/>
            </a:lvl5pPr>
            <a:lvl6pPr marL="2743200" lvl="5" indent="-228600" algn="l">
              <a:spcBef>
                <a:spcPts val="600"/>
              </a:spcBef>
              <a:spcAft>
                <a:spcPts val="0"/>
              </a:spcAft>
              <a:buSzPts val="828"/>
              <a:buNone/>
              <a:defRPr sz="900"/>
            </a:lvl6pPr>
            <a:lvl7pPr marL="3200400" lvl="6" indent="-228600" algn="l">
              <a:spcBef>
                <a:spcPts val="600"/>
              </a:spcBef>
              <a:spcAft>
                <a:spcPts val="0"/>
              </a:spcAft>
              <a:buSzPts val="828"/>
              <a:buNone/>
              <a:defRPr sz="900"/>
            </a:lvl7pPr>
            <a:lvl8pPr marL="3657600" lvl="7" indent="-228600" algn="l">
              <a:spcBef>
                <a:spcPts val="600"/>
              </a:spcBef>
              <a:spcAft>
                <a:spcPts val="0"/>
              </a:spcAft>
              <a:buSzPts val="828"/>
              <a:buNone/>
              <a:defRPr sz="900"/>
            </a:lvl8pPr>
            <a:lvl9pPr marL="4114800" lvl="8" indent="-228600" algn="l">
              <a:spcBef>
                <a:spcPts val="600"/>
              </a:spcBef>
              <a:spcAft>
                <a:spcPts val="600"/>
              </a:spcAft>
              <a:buSzPts val="828"/>
              <a:buNone/>
              <a:defRPr sz="900"/>
            </a:lvl9pPr>
          </a:lstStyle>
          <a:p>
            <a:endParaRPr/>
          </a:p>
        </p:txBody>
      </p:sp>
      <p:sp>
        <p:nvSpPr>
          <p:cNvPr id="72" name="Google Shape;72;p9"/>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9"/>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9"/>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a:solidFill>
                  <a:srgbClr val="2D58AC"/>
                </a:solidFill>
                <a:latin typeface="Gill Sans"/>
                <a:ea typeface="Gill Sans"/>
                <a:cs typeface="Gill Sans"/>
                <a:sym typeface="Gill Sans"/>
              </a:defRPr>
            </a:lvl1pPr>
            <a:lvl2pPr marL="0" lvl="1" indent="0" algn="r">
              <a:spcBef>
                <a:spcPts val="0"/>
              </a:spcBef>
              <a:buNone/>
              <a:defRPr sz="900">
                <a:solidFill>
                  <a:srgbClr val="2D58AC"/>
                </a:solidFill>
                <a:latin typeface="Gill Sans"/>
                <a:ea typeface="Gill Sans"/>
                <a:cs typeface="Gill Sans"/>
                <a:sym typeface="Gill Sans"/>
              </a:defRPr>
            </a:lvl2pPr>
            <a:lvl3pPr marL="0" lvl="2" indent="0" algn="r">
              <a:spcBef>
                <a:spcPts val="0"/>
              </a:spcBef>
              <a:buNone/>
              <a:defRPr sz="900">
                <a:solidFill>
                  <a:srgbClr val="2D58AC"/>
                </a:solidFill>
                <a:latin typeface="Gill Sans"/>
                <a:ea typeface="Gill Sans"/>
                <a:cs typeface="Gill Sans"/>
                <a:sym typeface="Gill Sans"/>
              </a:defRPr>
            </a:lvl3pPr>
            <a:lvl4pPr marL="0" lvl="3" indent="0" algn="r">
              <a:spcBef>
                <a:spcPts val="0"/>
              </a:spcBef>
              <a:buNone/>
              <a:defRPr sz="900">
                <a:solidFill>
                  <a:srgbClr val="2D58AC"/>
                </a:solidFill>
                <a:latin typeface="Gill Sans"/>
                <a:ea typeface="Gill Sans"/>
                <a:cs typeface="Gill Sans"/>
                <a:sym typeface="Gill Sans"/>
              </a:defRPr>
            </a:lvl4pPr>
            <a:lvl5pPr marL="0" lvl="4" indent="0" algn="r">
              <a:spcBef>
                <a:spcPts val="0"/>
              </a:spcBef>
              <a:buNone/>
              <a:defRPr sz="900">
                <a:solidFill>
                  <a:srgbClr val="2D58AC"/>
                </a:solidFill>
                <a:latin typeface="Gill Sans"/>
                <a:ea typeface="Gill Sans"/>
                <a:cs typeface="Gill Sans"/>
                <a:sym typeface="Gill Sans"/>
              </a:defRPr>
            </a:lvl5pPr>
            <a:lvl6pPr marL="0" lvl="5" indent="0" algn="r">
              <a:spcBef>
                <a:spcPts val="0"/>
              </a:spcBef>
              <a:buNone/>
              <a:defRPr sz="900">
                <a:solidFill>
                  <a:srgbClr val="2D58AC"/>
                </a:solidFill>
                <a:latin typeface="Gill Sans"/>
                <a:ea typeface="Gill Sans"/>
                <a:cs typeface="Gill Sans"/>
                <a:sym typeface="Gill Sans"/>
              </a:defRPr>
            </a:lvl6pPr>
            <a:lvl7pPr marL="0" lvl="6" indent="0" algn="r">
              <a:spcBef>
                <a:spcPts val="0"/>
              </a:spcBef>
              <a:buNone/>
              <a:defRPr sz="900">
                <a:solidFill>
                  <a:srgbClr val="2D58AC"/>
                </a:solidFill>
                <a:latin typeface="Gill Sans"/>
                <a:ea typeface="Gill Sans"/>
                <a:cs typeface="Gill Sans"/>
                <a:sym typeface="Gill Sans"/>
              </a:defRPr>
            </a:lvl7pPr>
            <a:lvl8pPr marL="0" lvl="7" indent="0" algn="r">
              <a:spcBef>
                <a:spcPts val="0"/>
              </a:spcBef>
              <a:buNone/>
              <a:defRPr sz="900">
                <a:solidFill>
                  <a:srgbClr val="2D58AC"/>
                </a:solidFill>
                <a:latin typeface="Gill Sans"/>
                <a:ea typeface="Gill Sans"/>
                <a:cs typeface="Gill Sans"/>
                <a:sym typeface="Gill Sans"/>
              </a:defRPr>
            </a:lvl8pPr>
            <a:lvl9pPr marL="0" lvl="8" indent="0" algn="r">
              <a:spcBef>
                <a:spcPts val="0"/>
              </a:spcBef>
              <a:buNone/>
              <a:defRPr sz="900">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5"/>
        <p:cNvGrpSpPr/>
        <p:nvPr/>
      </p:nvGrpSpPr>
      <p:grpSpPr>
        <a:xfrm>
          <a:off x="0" y="0"/>
          <a:ext cx="0" cy="0"/>
          <a:chOff x="0" y="0"/>
          <a:chExt cx="0" cy="0"/>
        </a:xfrm>
      </p:grpSpPr>
      <p:sp>
        <p:nvSpPr>
          <p:cNvPr id="76" name="Google Shape;76;p10"/>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400"/>
              <a:buFont typeface="Gill Sans"/>
              <a:buNone/>
              <a:defRPr sz="2400" b="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0"/>
          <p:cNvSpPr>
            <a:spLocks noGrp="1"/>
          </p:cNvSpPr>
          <p:nvPr>
            <p:ph type="pic" idx="2"/>
          </p:nvPr>
        </p:nvSpPr>
        <p:spPr>
          <a:xfrm>
            <a:off x="447817" y="599725"/>
            <a:ext cx="11290859" cy="3557252"/>
          </a:xfrm>
          <a:prstGeom prst="rect">
            <a:avLst/>
          </a:prstGeom>
          <a:noFill/>
          <a:ln>
            <a:noFill/>
          </a:ln>
        </p:spPr>
      </p:sp>
      <p:sp>
        <p:nvSpPr>
          <p:cNvPr id="78" name="Google Shape;78;p10"/>
          <p:cNvSpPr txBox="1">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spcBef>
                <a:spcPts val="240"/>
              </a:spcBef>
              <a:spcAft>
                <a:spcPts val="0"/>
              </a:spcAft>
              <a:buSzPts val="1104"/>
              <a:buNone/>
              <a:defRPr sz="1200"/>
            </a:lvl1pPr>
            <a:lvl2pPr marL="914400" lvl="1" indent="-228600" algn="l">
              <a:spcBef>
                <a:spcPts val="600"/>
              </a:spcBef>
              <a:spcAft>
                <a:spcPts val="0"/>
              </a:spcAft>
              <a:buSzPts val="1104"/>
              <a:buNone/>
              <a:defRPr sz="1200"/>
            </a:lvl2pPr>
            <a:lvl3pPr marL="1371600" lvl="2" indent="-228600" algn="l">
              <a:spcBef>
                <a:spcPts val="600"/>
              </a:spcBef>
              <a:spcAft>
                <a:spcPts val="0"/>
              </a:spcAft>
              <a:buSzPts val="920"/>
              <a:buNone/>
              <a:defRPr sz="1000"/>
            </a:lvl3pPr>
            <a:lvl4pPr marL="1828800" lvl="3" indent="-228600" algn="l">
              <a:spcBef>
                <a:spcPts val="600"/>
              </a:spcBef>
              <a:spcAft>
                <a:spcPts val="0"/>
              </a:spcAft>
              <a:buSzPts val="828"/>
              <a:buNone/>
              <a:defRPr sz="900"/>
            </a:lvl4pPr>
            <a:lvl5pPr marL="2286000" lvl="4" indent="-228600" algn="l">
              <a:spcBef>
                <a:spcPts val="600"/>
              </a:spcBef>
              <a:spcAft>
                <a:spcPts val="0"/>
              </a:spcAft>
              <a:buSzPts val="828"/>
              <a:buNone/>
              <a:defRPr sz="900"/>
            </a:lvl5pPr>
            <a:lvl6pPr marL="2743200" lvl="5" indent="-228600" algn="l">
              <a:spcBef>
                <a:spcPts val="600"/>
              </a:spcBef>
              <a:spcAft>
                <a:spcPts val="0"/>
              </a:spcAft>
              <a:buSzPts val="828"/>
              <a:buNone/>
              <a:defRPr sz="900"/>
            </a:lvl6pPr>
            <a:lvl7pPr marL="3200400" lvl="6" indent="-228600" algn="l">
              <a:spcBef>
                <a:spcPts val="600"/>
              </a:spcBef>
              <a:spcAft>
                <a:spcPts val="0"/>
              </a:spcAft>
              <a:buSzPts val="828"/>
              <a:buNone/>
              <a:defRPr sz="900"/>
            </a:lvl7pPr>
            <a:lvl8pPr marL="3657600" lvl="7" indent="-228600" algn="l">
              <a:spcBef>
                <a:spcPts val="600"/>
              </a:spcBef>
              <a:spcAft>
                <a:spcPts val="0"/>
              </a:spcAft>
              <a:buSzPts val="828"/>
              <a:buNone/>
              <a:defRPr sz="900"/>
            </a:lvl8pPr>
            <a:lvl9pPr marL="4114800" lvl="8" indent="-228600" algn="l">
              <a:spcBef>
                <a:spcPts val="600"/>
              </a:spcBef>
              <a:spcAft>
                <a:spcPts val="600"/>
              </a:spcAft>
              <a:buSzPts val="828"/>
              <a:buNone/>
              <a:defRPr sz="900"/>
            </a:lvl9pPr>
          </a:lstStyle>
          <a:p>
            <a:endParaRPr/>
          </a:p>
        </p:txBody>
      </p:sp>
      <p:sp>
        <p:nvSpPr>
          <p:cNvPr id="79" name="Google Shape;79;p10"/>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0"/>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0"/>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2"/>
        <p:cNvGrpSpPr/>
        <p:nvPr/>
      </p:nvGrpSpPr>
      <p:grpSpPr>
        <a:xfrm>
          <a:off x="0" y="0"/>
          <a:ext cx="0" cy="0"/>
          <a:chOff x="0" y="0"/>
          <a:chExt cx="0" cy="0"/>
        </a:xfrm>
      </p:grpSpPr>
      <p:sp>
        <p:nvSpPr>
          <p:cNvPr id="83" name="Google Shape;83;p11"/>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1"/>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1"/>
          <p:cNvSpPr txBox="1">
            <a:spLocks noGrp="1"/>
          </p:cNvSpPr>
          <p:nvPr>
            <p:ph type="body" idx="1"/>
          </p:nvPr>
        </p:nvSpPr>
        <p:spPr>
          <a:xfrm rot="5400000">
            <a:off x="4334603" y="-1417408"/>
            <a:ext cx="3522794" cy="11029616"/>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22072" algn="l">
              <a:spcBef>
                <a:spcPts val="600"/>
              </a:spcBef>
              <a:spcAft>
                <a:spcPts val="0"/>
              </a:spcAft>
              <a:buSzPts val="1472"/>
              <a:buChar char="◼"/>
              <a:defRPr/>
            </a:lvl2pPr>
            <a:lvl3pPr marL="1371600" lvl="2" indent="-310388" algn="l">
              <a:spcBef>
                <a:spcPts val="600"/>
              </a:spcBef>
              <a:spcAft>
                <a:spcPts val="0"/>
              </a:spcAft>
              <a:buSzPts val="1288"/>
              <a:buChar char="◼"/>
              <a:defRPr/>
            </a:lvl3pPr>
            <a:lvl4pPr marL="1828800" lvl="3" indent="-298703" algn="l">
              <a:spcBef>
                <a:spcPts val="600"/>
              </a:spcBef>
              <a:spcAft>
                <a:spcPts val="0"/>
              </a:spcAft>
              <a:buSzPts val="1104"/>
              <a:buChar char="◼"/>
              <a:defRPr/>
            </a:lvl4pPr>
            <a:lvl5pPr marL="2286000" lvl="4" indent="-298704" algn="l">
              <a:spcBef>
                <a:spcPts val="600"/>
              </a:spcBef>
              <a:spcAft>
                <a:spcPts val="0"/>
              </a:spcAft>
              <a:buSzPts val="1104"/>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86" name="Google Shape;86;p1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9"/>
        <p:cNvGrpSpPr/>
        <p:nvPr/>
      </p:nvGrpSpPr>
      <p:grpSpPr>
        <a:xfrm>
          <a:off x="0" y="0"/>
          <a:ext cx="0" cy="0"/>
          <a:chOff x="0" y="0"/>
          <a:chExt cx="0" cy="0"/>
        </a:xfrm>
      </p:grpSpPr>
      <p:sp>
        <p:nvSpPr>
          <p:cNvPr id="90" name="Google Shape;90;p12"/>
          <p:cNvSpPr/>
          <p:nvPr/>
        </p:nvSpPr>
        <p:spPr>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2"/>
          <p:cNvSpPr txBox="1">
            <a:spLocks noGrp="1"/>
          </p:cNvSpPr>
          <p:nvPr>
            <p:ph type="title"/>
          </p:nvPr>
        </p:nvSpPr>
        <p:spPr>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2"/>
          <p:cNvSpPr txBox="1">
            <a:spLocks noGrp="1"/>
          </p:cNvSpPr>
          <p:nvPr>
            <p:ph type="body" idx="1"/>
          </p:nvPr>
        </p:nvSpPr>
        <p:spPr>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93" name="Google Shape;93;p12"/>
          <p:cNvSpPr txBox="1">
            <a:spLocks noGrp="1"/>
          </p:cNvSpPr>
          <p:nvPr>
            <p:ph type="dt" idx="10"/>
          </p:nvPr>
        </p:nvSpPr>
        <p:spPr>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2"/>
          <p:cNvSpPr txBox="1">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2"/>
          <p:cNvSpPr txBox="1">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a:solidFill>
                  <a:srgbClr val="2D58AC"/>
                </a:solidFill>
                <a:latin typeface="Gill Sans"/>
                <a:ea typeface="Gill Sans"/>
                <a:cs typeface="Gill Sans"/>
                <a:sym typeface="Gill Sans"/>
              </a:defRPr>
            </a:lvl1pPr>
            <a:lvl2pPr marL="0" lvl="1" indent="0" algn="r">
              <a:spcBef>
                <a:spcPts val="0"/>
              </a:spcBef>
              <a:buNone/>
              <a:defRPr sz="900">
                <a:solidFill>
                  <a:srgbClr val="2D58AC"/>
                </a:solidFill>
                <a:latin typeface="Gill Sans"/>
                <a:ea typeface="Gill Sans"/>
                <a:cs typeface="Gill Sans"/>
                <a:sym typeface="Gill Sans"/>
              </a:defRPr>
            </a:lvl2pPr>
            <a:lvl3pPr marL="0" lvl="2" indent="0" algn="r">
              <a:spcBef>
                <a:spcPts val="0"/>
              </a:spcBef>
              <a:buNone/>
              <a:defRPr sz="900">
                <a:solidFill>
                  <a:srgbClr val="2D58AC"/>
                </a:solidFill>
                <a:latin typeface="Gill Sans"/>
                <a:ea typeface="Gill Sans"/>
                <a:cs typeface="Gill Sans"/>
                <a:sym typeface="Gill Sans"/>
              </a:defRPr>
            </a:lvl3pPr>
            <a:lvl4pPr marL="0" lvl="3" indent="0" algn="r">
              <a:spcBef>
                <a:spcPts val="0"/>
              </a:spcBef>
              <a:buNone/>
              <a:defRPr sz="900">
                <a:solidFill>
                  <a:srgbClr val="2D58AC"/>
                </a:solidFill>
                <a:latin typeface="Gill Sans"/>
                <a:ea typeface="Gill Sans"/>
                <a:cs typeface="Gill Sans"/>
                <a:sym typeface="Gill Sans"/>
              </a:defRPr>
            </a:lvl4pPr>
            <a:lvl5pPr marL="0" lvl="4" indent="0" algn="r">
              <a:spcBef>
                <a:spcPts val="0"/>
              </a:spcBef>
              <a:buNone/>
              <a:defRPr sz="900">
                <a:solidFill>
                  <a:srgbClr val="2D58AC"/>
                </a:solidFill>
                <a:latin typeface="Gill Sans"/>
                <a:ea typeface="Gill Sans"/>
                <a:cs typeface="Gill Sans"/>
                <a:sym typeface="Gill Sans"/>
              </a:defRPr>
            </a:lvl5pPr>
            <a:lvl6pPr marL="0" lvl="5" indent="0" algn="r">
              <a:spcBef>
                <a:spcPts val="0"/>
              </a:spcBef>
              <a:buNone/>
              <a:defRPr sz="900">
                <a:solidFill>
                  <a:srgbClr val="2D58AC"/>
                </a:solidFill>
                <a:latin typeface="Gill Sans"/>
                <a:ea typeface="Gill Sans"/>
                <a:cs typeface="Gill Sans"/>
                <a:sym typeface="Gill Sans"/>
              </a:defRPr>
            </a:lvl6pPr>
            <a:lvl7pPr marL="0" lvl="6" indent="0" algn="r">
              <a:spcBef>
                <a:spcPts val="0"/>
              </a:spcBef>
              <a:buNone/>
              <a:defRPr sz="900">
                <a:solidFill>
                  <a:srgbClr val="2D58AC"/>
                </a:solidFill>
                <a:latin typeface="Gill Sans"/>
                <a:ea typeface="Gill Sans"/>
                <a:cs typeface="Gill Sans"/>
                <a:sym typeface="Gill Sans"/>
              </a:defRPr>
            </a:lvl7pPr>
            <a:lvl8pPr marL="0" lvl="7" indent="0" algn="r">
              <a:spcBef>
                <a:spcPts val="0"/>
              </a:spcBef>
              <a:buNone/>
              <a:defRPr sz="900">
                <a:solidFill>
                  <a:srgbClr val="2D58AC"/>
                </a:solidFill>
                <a:latin typeface="Gill Sans"/>
                <a:ea typeface="Gill Sans"/>
                <a:cs typeface="Gill Sans"/>
                <a:sym typeface="Gill Sans"/>
              </a:defRPr>
            </a:lvl8pPr>
            <a:lvl9pPr marL="0" lvl="8" indent="0" algn="r">
              <a:spcBef>
                <a:spcPts val="0"/>
              </a:spcBef>
              <a:buNone/>
              <a:defRPr sz="900">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1" name="Google Shape;11;p1"/>
          <p:cNvSpPr txBox="1">
            <a:spLocks noGrp="1"/>
          </p:cNvSpPr>
          <p:nvPr>
            <p:ph type="body" idx="1"/>
          </p:nvPr>
        </p:nvSpPr>
        <p:spPr>
          <a:xfrm>
            <a:off x="581192" y="2336003"/>
            <a:ext cx="11029616" cy="3522794"/>
          </a:xfrm>
          <a:prstGeom prst="rect">
            <a:avLst/>
          </a:prstGeom>
          <a:noFill/>
          <a:ln>
            <a:noFill/>
          </a:ln>
        </p:spPr>
        <p:txBody>
          <a:bodyPr spcFirstLastPara="1" wrap="square" lIns="91425" tIns="45700" rIns="91425" bIns="45700" anchor="ctr" anchorCtr="0">
            <a:normAutofit/>
          </a:bodyPr>
          <a:lstStyle>
            <a:lvl1pPr marL="457200" marR="0" lvl="0" indent="-333756" algn="l" rtl="0">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3"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3"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3" algn="l" rtl="0">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12" name="Google Shape;12;p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chemeClr val="accent2"/>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chemeClr val="accent2"/>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2"/>
                </a:solidFill>
                <a:latin typeface="Gill Sans"/>
                <a:ea typeface="Gill Sans"/>
                <a:cs typeface="Gill Sans"/>
                <a:sym typeface="Gill Sans"/>
              </a:defRPr>
            </a:lvl1pPr>
            <a:lvl2pPr marL="0" marR="0" lvl="1" indent="0" algn="r" rtl="0">
              <a:spcBef>
                <a:spcPts val="0"/>
              </a:spcBef>
              <a:buNone/>
              <a:defRPr sz="900" b="0" i="0" u="none" strike="noStrike" cap="none">
                <a:solidFill>
                  <a:schemeClr val="accent2"/>
                </a:solidFill>
                <a:latin typeface="Gill Sans"/>
                <a:ea typeface="Gill Sans"/>
                <a:cs typeface="Gill Sans"/>
                <a:sym typeface="Gill Sans"/>
              </a:defRPr>
            </a:lvl2pPr>
            <a:lvl3pPr marL="0" marR="0" lvl="2" indent="0" algn="r" rtl="0">
              <a:spcBef>
                <a:spcPts val="0"/>
              </a:spcBef>
              <a:buNone/>
              <a:defRPr sz="900" b="0" i="0" u="none" strike="noStrike" cap="none">
                <a:solidFill>
                  <a:schemeClr val="accent2"/>
                </a:solidFill>
                <a:latin typeface="Gill Sans"/>
                <a:ea typeface="Gill Sans"/>
                <a:cs typeface="Gill Sans"/>
                <a:sym typeface="Gill Sans"/>
              </a:defRPr>
            </a:lvl3pPr>
            <a:lvl4pPr marL="0" marR="0" lvl="3" indent="0" algn="r" rtl="0">
              <a:spcBef>
                <a:spcPts val="0"/>
              </a:spcBef>
              <a:buNone/>
              <a:defRPr sz="900" b="0" i="0" u="none" strike="noStrike" cap="none">
                <a:solidFill>
                  <a:schemeClr val="accent2"/>
                </a:solidFill>
                <a:latin typeface="Gill Sans"/>
                <a:ea typeface="Gill Sans"/>
                <a:cs typeface="Gill Sans"/>
                <a:sym typeface="Gill Sans"/>
              </a:defRPr>
            </a:lvl4pPr>
            <a:lvl5pPr marL="0" marR="0" lvl="4" indent="0" algn="r" rtl="0">
              <a:spcBef>
                <a:spcPts val="0"/>
              </a:spcBef>
              <a:buNone/>
              <a:defRPr sz="900" b="0" i="0" u="none" strike="noStrike" cap="none">
                <a:solidFill>
                  <a:schemeClr val="accent2"/>
                </a:solidFill>
                <a:latin typeface="Gill Sans"/>
                <a:ea typeface="Gill Sans"/>
                <a:cs typeface="Gill Sans"/>
                <a:sym typeface="Gill Sans"/>
              </a:defRPr>
            </a:lvl5pPr>
            <a:lvl6pPr marL="0" marR="0" lvl="5" indent="0" algn="r" rtl="0">
              <a:spcBef>
                <a:spcPts val="0"/>
              </a:spcBef>
              <a:buNone/>
              <a:defRPr sz="900" b="0" i="0" u="none" strike="noStrike" cap="none">
                <a:solidFill>
                  <a:schemeClr val="accent2"/>
                </a:solidFill>
                <a:latin typeface="Gill Sans"/>
                <a:ea typeface="Gill Sans"/>
                <a:cs typeface="Gill Sans"/>
                <a:sym typeface="Gill Sans"/>
              </a:defRPr>
            </a:lvl6pPr>
            <a:lvl7pPr marL="0" marR="0" lvl="6" indent="0" algn="r" rtl="0">
              <a:spcBef>
                <a:spcPts val="0"/>
              </a:spcBef>
              <a:buNone/>
              <a:defRPr sz="900" b="0" i="0" u="none" strike="noStrike" cap="none">
                <a:solidFill>
                  <a:schemeClr val="accent2"/>
                </a:solidFill>
                <a:latin typeface="Gill Sans"/>
                <a:ea typeface="Gill Sans"/>
                <a:cs typeface="Gill Sans"/>
                <a:sym typeface="Gill Sans"/>
              </a:defRPr>
            </a:lvl7pPr>
            <a:lvl8pPr marL="0" marR="0" lvl="7" indent="0" algn="r" rtl="0">
              <a:spcBef>
                <a:spcPts val="0"/>
              </a:spcBef>
              <a:buNone/>
              <a:defRPr sz="900" b="0" i="0" u="none" strike="noStrike" cap="none">
                <a:solidFill>
                  <a:schemeClr val="accent2"/>
                </a:solidFill>
                <a:latin typeface="Gill Sans"/>
                <a:ea typeface="Gill Sans"/>
                <a:cs typeface="Gill Sans"/>
                <a:sym typeface="Gill Sans"/>
              </a:defRPr>
            </a:lvl8pPr>
            <a:lvl9pPr marL="0" marR="0" lvl="8" indent="0" algn="r" rtl="0">
              <a:spcBef>
                <a:spcPts val="0"/>
              </a:spcBef>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IN"/>
              <a:t>‹#›</a:t>
            </a:fld>
            <a:endParaRPr/>
          </a:p>
        </p:txBody>
      </p:sp>
      <p:sp>
        <p:nvSpPr>
          <p:cNvPr id="15" name="Google Shape;15;p1"/>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1"/>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1"/>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5" name="Picture 4">
            <a:extLst>
              <a:ext uri="{FF2B5EF4-FFF2-40B4-BE49-F238E27FC236}">
                <a16:creationId xmlns:a16="http://schemas.microsoft.com/office/drawing/2014/main" id="{FA04690F-DF2A-14D4-A066-4653ED54C23E}"/>
              </a:ext>
            </a:extLst>
          </p:cNvPr>
          <p:cNvPicPr>
            <a:picLocks noChangeAspect="1"/>
          </p:cNvPicPr>
          <p:nvPr/>
        </p:nvPicPr>
        <p:blipFill>
          <a:blip r:embed="rId3"/>
          <a:stretch>
            <a:fillRect/>
          </a:stretch>
        </p:blipFill>
        <p:spPr>
          <a:xfrm>
            <a:off x="9406697" y="41151"/>
            <a:ext cx="2785303" cy="1355030"/>
          </a:xfrm>
          <a:prstGeom prst="rect">
            <a:avLst/>
          </a:prstGeom>
        </p:spPr>
      </p:pic>
      <p:sp>
        <p:nvSpPr>
          <p:cNvPr id="100" name="Google Shape;100;p13"/>
          <p:cNvSpPr txBox="1">
            <a:spLocks noGrp="1"/>
          </p:cNvSpPr>
          <p:nvPr>
            <p:ph type="ctrTitle"/>
          </p:nvPr>
        </p:nvSpPr>
        <p:spPr>
          <a:xfrm>
            <a:off x="581191" y="1020431"/>
            <a:ext cx="10993549" cy="1797414"/>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accent1"/>
              </a:buClr>
              <a:buSzPts val="4800"/>
              <a:buFont typeface="Gill Sans"/>
              <a:buNone/>
            </a:pPr>
            <a:r>
              <a:rPr lang="en-IN" sz="4800" b="1" dirty="0"/>
              <a:t>JAVA</a:t>
            </a:r>
            <a:br>
              <a:rPr lang="en-IN" sz="4800" b="1" dirty="0"/>
            </a:br>
            <a:r>
              <a:rPr lang="en-IN" sz="2000" b="1" dirty="0"/>
              <a:t>AGENDA FOR THE SESSION</a:t>
            </a:r>
            <a:endParaRPr dirty="0"/>
          </a:p>
        </p:txBody>
      </p:sp>
      <p:sp>
        <p:nvSpPr>
          <p:cNvPr id="101" name="Google Shape;101;p13"/>
          <p:cNvSpPr txBox="1">
            <a:spLocks noGrp="1"/>
          </p:cNvSpPr>
          <p:nvPr>
            <p:ph type="subTitle" idx="1"/>
          </p:nvPr>
        </p:nvSpPr>
        <p:spPr>
          <a:xfrm>
            <a:off x="602966" y="3213902"/>
            <a:ext cx="10993546" cy="3084261"/>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Clr>
                <a:schemeClr val="lt1"/>
              </a:buClr>
              <a:buSzPts val="1472"/>
              <a:buFont typeface="Gill Sans"/>
              <a:buAutoNum type="arabicPeriod"/>
            </a:pPr>
            <a:r>
              <a:rPr lang="en-IN" b="1" dirty="0">
                <a:solidFill>
                  <a:schemeClr val="lt1"/>
                </a:solidFill>
              </a:rPr>
              <a:t>INTRODUCTION OF JAVA</a:t>
            </a:r>
            <a:endParaRPr dirty="0"/>
          </a:p>
          <a:p>
            <a:pPr marL="342900" lvl="0" indent="-342900" algn="l" rtl="0">
              <a:lnSpc>
                <a:spcPct val="150000"/>
              </a:lnSpc>
              <a:spcBef>
                <a:spcPts val="920"/>
              </a:spcBef>
              <a:spcAft>
                <a:spcPts val="0"/>
              </a:spcAft>
              <a:buClr>
                <a:schemeClr val="lt1"/>
              </a:buClr>
              <a:buSzPts val="1472"/>
              <a:buFont typeface="Gill Sans"/>
              <a:buAutoNum type="arabicPeriod"/>
            </a:pPr>
            <a:r>
              <a:rPr lang="en-IN" b="1" dirty="0">
                <a:solidFill>
                  <a:schemeClr val="lt1"/>
                </a:solidFill>
              </a:rPr>
              <a:t>HISTORY OF JAVA</a:t>
            </a:r>
          </a:p>
          <a:p>
            <a:pPr marL="342900" lvl="0" indent="-342900" algn="l" rtl="0">
              <a:lnSpc>
                <a:spcPct val="150000"/>
              </a:lnSpc>
              <a:spcBef>
                <a:spcPts val="920"/>
              </a:spcBef>
              <a:spcAft>
                <a:spcPts val="0"/>
              </a:spcAft>
              <a:buClr>
                <a:schemeClr val="lt1"/>
              </a:buClr>
              <a:buSzPts val="1472"/>
              <a:buFont typeface="Gill Sans"/>
              <a:buAutoNum type="arabicPeriod"/>
            </a:pPr>
            <a:r>
              <a:rPr lang="en-IN" b="1" dirty="0">
                <a:solidFill>
                  <a:schemeClr val="lt1"/>
                </a:solidFill>
              </a:rPr>
              <a:t>FEATURES OF JAVA</a:t>
            </a:r>
            <a:endParaRPr dirty="0"/>
          </a:p>
          <a:p>
            <a:pPr marL="342900" lvl="0" indent="-342900" algn="l" rtl="0">
              <a:lnSpc>
                <a:spcPct val="150000"/>
              </a:lnSpc>
              <a:spcBef>
                <a:spcPts val="920"/>
              </a:spcBef>
              <a:spcAft>
                <a:spcPts val="0"/>
              </a:spcAft>
              <a:buClr>
                <a:schemeClr val="lt1"/>
              </a:buClr>
              <a:buSzPts val="1472"/>
              <a:buFont typeface="Gill Sans"/>
              <a:buAutoNum type="arabicPeriod"/>
            </a:pPr>
            <a:r>
              <a:rPr lang="en-IN" b="1" dirty="0">
                <a:solidFill>
                  <a:schemeClr val="lt1"/>
                </a:solidFill>
              </a:rPr>
              <a:t>OOPS</a:t>
            </a:r>
          </a:p>
          <a:p>
            <a:pPr marL="342900" lvl="0" indent="-342900" algn="l" rtl="0">
              <a:lnSpc>
                <a:spcPct val="150000"/>
              </a:lnSpc>
              <a:spcBef>
                <a:spcPts val="920"/>
              </a:spcBef>
              <a:spcAft>
                <a:spcPts val="0"/>
              </a:spcAft>
              <a:buClr>
                <a:schemeClr val="lt1"/>
              </a:buClr>
              <a:buSzPts val="1472"/>
              <a:buFont typeface="Gill Sans"/>
              <a:buAutoNum type="arabicPeriod"/>
            </a:pPr>
            <a:r>
              <a:rPr lang="en-IN" b="1" dirty="0">
                <a:solidFill>
                  <a:schemeClr val="lt1"/>
                </a:solidFill>
              </a:rPr>
              <a:t>CLASS</a:t>
            </a:r>
          </a:p>
          <a:p>
            <a:pPr marL="342900" lvl="0" indent="-342900" algn="l" rtl="0">
              <a:lnSpc>
                <a:spcPct val="150000"/>
              </a:lnSpc>
              <a:spcBef>
                <a:spcPts val="920"/>
              </a:spcBef>
              <a:spcAft>
                <a:spcPts val="0"/>
              </a:spcAft>
              <a:buClr>
                <a:schemeClr val="lt1"/>
              </a:buClr>
              <a:buSzPts val="1472"/>
              <a:buFont typeface="Gill Sans"/>
              <a:buAutoNum type="arabicPeriod"/>
            </a:pPr>
            <a:r>
              <a:rPr lang="en-IN" b="1" dirty="0">
                <a:solidFill>
                  <a:schemeClr val="lt1"/>
                </a:solidFill>
              </a:rPr>
              <a:t>OBJECT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4"/>
          <p:cNvSpPr txBox="1">
            <a:spLocks noGrp="1"/>
          </p:cNvSpPr>
          <p:nvPr>
            <p:ph type="title"/>
          </p:nvPr>
        </p:nvSpPr>
        <p:spPr>
          <a:xfrm>
            <a:off x="581192" y="702156"/>
            <a:ext cx="9673853"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Gill Sans"/>
              <a:buNone/>
            </a:pPr>
            <a:r>
              <a:rPr lang="en-IN" sz="3800" b="1"/>
              <a:t>JAVA </a:t>
            </a:r>
            <a:r>
              <a:rPr lang="en-IN" sz="3800" b="1" dirty="0"/>
              <a:t>LEARNING ROADMAP</a:t>
            </a:r>
            <a:endParaRPr sz="3800" dirty="0"/>
          </a:p>
        </p:txBody>
      </p:sp>
      <p:grpSp>
        <p:nvGrpSpPr>
          <p:cNvPr id="108" name="Google Shape;108;p14"/>
          <p:cNvGrpSpPr/>
          <p:nvPr/>
        </p:nvGrpSpPr>
        <p:grpSpPr>
          <a:xfrm>
            <a:off x="1068171" y="2071910"/>
            <a:ext cx="6714661" cy="4638218"/>
            <a:chOff x="3218" y="123392"/>
            <a:chExt cx="6714661" cy="4638218"/>
          </a:xfrm>
        </p:grpSpPr>
        <p:sp>
          <p:nvSpPr>
            <p:cNvPr id="109" name="Google Shape;109;p14"/>
            <p:cNvSpPr/>
            <p:nvPr/>
          </p:nvSpPr>
          <p:spPr>
            <a:xfrm>
              <a:off x="3218" y="123392"/>
              <a:ext cx="3137692" cy="941732"/>
            </a:xfrm>
            <a:prstGeom prst="rect">
              <a:avLst/>
            </a:prstGeom>
            <a:solidFill>
              <a:schemeClr val="accent2"/>
            </a:solidFill>
            <a:ln w="22225" cap="rnd" cmpd="sng">
              <a:solidFill>
                <a:srgbClr val="17316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4"/>
            <p:cNvSpPr txBox="1"/>
            <p:nvPr/>
          </p:nvSpPr>
          <p:spPr>
            <a:xfrm>
              <a:off x="3218" y="123392"/>
              <a:ext cx="3137692" cy="941732"/>
            </a:xfrm>
            <a:prstGeom prst="rect">
              <a:avLst/>
            </a:prstGeom>
            <a:noFill/>
            <a:ln>
              <a:noFill/>
            </a:ln>
          </p:spPr>
          <p:txBody>
            <a:bodyPr spcFirstLastPara="1" wrap="square" lIns="192000" tIns="109725" rIns="192000" bIns="109725" anchor="ctr" anchorCtr="0">
              <a:noAutofit/>
            </a:bodyPr>
            <a:lstStyle/>
            <a:p>
              <a:pPr marL="0" marR="0" lvl="0" indent="0" algn="ctr" rtl="0">
                <a:lnSpc>
                  <a:spcPct val="90000"/>
                </a:lnSpc>
                <a:spcBef>
                  <a:spcPts val="0"/>
                </a:spcBef>
                <a:spcAft>
                  <a:spcPts val="0"/>
                </a:spcAft>
                <a:buClr>
                  <a:schemeClr val="lt1"/>
                </a:buClr>
                <a:buSzPts val="2700"/>
                <a:buFont typeface="Gill Sans"/>
                <a:buNone/>
              </a:pPr>
              <a:r>
                <a:rPr lang="en-IN" sz="2700" b="1" dirty="0">
                  <a:solidFill>
                    <a:schemeClr val="lt1"/>
                  </a:solidFill>
                  <a:latin typeface="Gill Sans"/>
                  <a:sym typeface="Gill Sans"/>
                </a:rPr>
                <a:t>JAVA</a:t>
              </a:r>
              <a:endParaRPr dirty="0"/>
            </a:p>
          </p:txBody>
        </p:sp>
        <p:sp>
          <p:nvSpPr>
            <p:cNvPr id="111" name="Google Shape;111;p14"/>
            <p:cNvSpPr/>
            <p:nvPr/>
          </p:nvSpPr>
          <p:spPr>
            <a:xfrm>
              <a:off x="3218" y="1065125"/>
              <a:ext cx="3137692" cy="3696485"/>
            </a:xfrm>
            <a:prstGeom prst="rect">
              <a:avLst/>
            </a:prstGeom>
            <a:solidFill>
              <a:srgbClr val="CBCCD1">
                <a:alpha val="89803"/>
              </a:srgbClr>
            </a:solidFill>
            <a:ln w="22225" cap="rnd" cmpd="sng">
              <a:solidFill>
                <a:srgbClr val="CBCCD1">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4"/>
            <p:cNvSpPr txBox="1"/>
            <p:nvPr/>
          </p:nvSpPr>
          <p:spPr>
            <a:xfrm>
              <a:off x="3218" y="1065125"/>
              <a:ext cx="3137692" cy="3696485"/>
            </a:xfrm>
            <a:prstGeom prst="rect">
              <a:avLst/>
            </a:prstGeom>
            <a:noFill/>
            <a:ln>
              <a:noFill/>
            </a:ln>
          </p:spPr>
          <p:txBody>
            <a:bodyPr spcFirstLastPara="1" wrap="square" lIns="144000" tIns="144000" rIns="192000" bIns="216025" anchor="t" anchorCtr="0">
              <a:noAutofit/>
            </a:bodyPr>
            <a:lstStyle/>
            <a:p>
              <a:pPr marL="457200" marR="0" lvl="1" indent="-457200" algn="l" rtl="0">
                <a:lnSpc>
                  <a:spcPct val="150000"/>
                </a:lnSpc>
                <a:spcBef>
                  <a:spcPts val="0"/>
                </a:spcBef>
                <a:spcAft>
                  <a:spcPts val="0"/>
                </a:spcAft>
                <a:buClr>
                  <a:schemeClr val="dk1"/>
                </a:buClr>
                <a:buSzPts val="2700"/>
                <a:buFont typeface="Wingdings" panose="05000000000000000000" pitchFamily="2" charset="2"/>
                <a:buChar char="q"/>
              </a:pPr>
              <a:r>
                <a:rPr lang="en-IN" sz="2700" dirty="0">
                  <a:solidFill>
                    <a:schemeClr val="dk1"/>
                  </a:solidFill>
                  <a:latin typeface="Gill Sans"/>
                  <a:sym typeface="Gill Sans"/>
                </a:rPr>
                <a:t>OOPS</a:t>
              </a:r>
            </a:p>
            <a:p>
              <a:pPr marL="457200" marR="0" lvl="1" indent="-457200" algn="l" rtl="0">
                <a:lnSpc>
                  <a:spcPct val="150000"/>
                </a:lnSpc>
                <a:spcBef>
                  <a:spcPts val="0"/>
                </a:spcBef>
                <a:spcAft>
                  <a:spcPts val="0"/>
                </a:spcAft>
                <a:buClr>
                  <a:schemeClr val="dk1"/>
                </a:buClr>
                <a:buSzPts val="2700"/>
                <a:buFont typeface="Wingdings" panose="05000000000000000000" pitchFamily="2" charset="2"/>
                <a:buChar char="q"/>
              </a:pPr>
              <a:r>
                <a:rPr lang="en-IN" sz="2700" dirty="0">
                  <a:solidFill>
                    <a:schemeClr val="dk1"/>
                  </a:solidFill>
                  <a:latin typeface="Gill Sans"/>
                  <a:sym typeface="Gill Sans"/>
                </a:rPr>
                <a:t>Class</a:t>
              </a:r>
            </a:p>
            <a:p>
              <a:pPr marL="457200" marR="0" lvl="1" indent="-457200" algn="l" rtl="0">
                <a:lnSpc>
                  <a:spcPct val="150000"/>
                </a:lnSpc>
                <a:spcBef>
                  <a:spcPts val="0"/>
                </a:spcBef>
                <a:spcAft>
                  <a:spcPts val="0"/>
                </a:spcAft>
                <a:buClr>
                  <a:schemeClr val="dk1"/>
                </a:buClr>
                <a:buSzPts val="2700"/>
                <a:buFont typeface="Wingdings" panose="05000000000000000000" pitchFamily="2" charset="2"/>
                <a:buChar char="q"/>
              </a:pPr>
              <a:r>
                <a:rPr lang="en-IN" sz="2700" dirty="0">
                  <a:solidFill>
                    <a:schemeClr val="dk1"/>
                  </a:solidFill>
                  <a:latin typeface="Gill Sans"/>
                  <a:sym typeface="Gill Sans"/>
                </a:rPr>
                <a:t>Object</a:t>
              </a:r>
            </a:p>
            <a:p>
              <a:pPr marL="457200" marR="0" lvl="1" indent="-457200" algn="l" rtl="0">
                <a:lnSpc>
                  <a:spcPct val="150000"/>
                </a:lnSpc>
                <a:spcBef>
                  <a:spcPts val="0"/>
                </a:spcBef>
                <a:spcAft>
                  <a:spcPts val="0"/>
                </a:spcAft>
                <a:buClr>
                  <a:schemeClr val="dk1"/>
                </a:buClr>
                <a:buSzPts val="2700"/>
                <a:buFont typeface="Wingdings" panose="05000000000000000000" pitchFamily="2" charset="2"/>
                <a:buChar char="q"/>
              </a:pPr>
              <a:r>
                <a:rPr lang="en-IN" sz="2700" dirty="0">
                  <a:solidFill>
                    <a:schemeClr val="dk1"/>
                  </a:solidFill>
                  <a:latin typeface="Gill Sans"/>
                  <a:sym typeface="Gill Sans"/>
                </a:rPr>
                <a:t>Datatypes</a:t>
              </a:r>
            </a:p>
            <a:p>
              <a:pPr marL="457200" marR="0" lvl="1" indent="-457200" algn="l" rtl="0">
                <a:lnSpc>
                  <a:spcPct val="150000"/>
                </a:lnSpc>
                <a:spcBef>
                  <a:spcPts val="0"/>
                </a:spcBef>
                <a:spcAft>
                  <a:spcPts val="0"/>
                </a:spcAft>
                <a:buClr>
                  <a:schemeClr val="dk1"/>
                </a:buClr>
                <a:buSzPts val="2700"/>
                <a:buFont typeface="Wingdings" panose="05000000000000000000" pitchFamily="2" charset="2"/>
                <a:buChar char="q"/>
              </a:pPr>
              <a:r>
                <a:rPr lang="en-IN" sz="2700" dirty="0">
                  <a:solidFill>
                    <a:schemeClr val="dk1"/>
                  </a:solidFill>
                  <a:latin typeface="Gill Sans"/>
                  <a:sym typeface="Gill Sans"/>
                </a:rPr>
                <a:t>Variables</a:t>
              </a:r>
            </a:p>
          </p:txBody>
        </p:sp>
        <p:sp>
          <p:nvSpPr>
            <p:cNvPr id="113" name="Google Shape;113;p14"/>
            <p:cNvSpPr/>
            <p:nvPr/>
          </p:nvSpPr>
          <p:spPr>
            <a:xfrm>
              <a:off x="3580187" y="123392"/>
              <a:ext cx="3137692" cy="941732"/>
            </a:xfrm>
            <a:prstGeom prst="rect">
              <a:avLst/>
            </a:prstGeom>
            <a:solidFill>
              <a:schemeClr val="accent2"/>
            </a:solidFill>
            <a:ln w="22225" cap="rnd" cmpd="sng">
              <a:solidFill>
                <a:srgbClr val="17316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4"/>
            <p:cNvSpPr txBox="1"/>
            <p:nvPr/>
          </p:nvSpPr>
          <p:spPr>
            <a:xfrm>
              <a:off x="3580187" y="123392"/>
              <a:ext cx="3137692" cy="941732"/>
            </a:xfrm>
            <a:prstGeom prst="rect">
              <a:avLst/>
            </a:prstGeom>
            <a:noFill/>
            <a:ln>
              <a:noFill/>
            </a:ln>
          </p:spPr>
          <p:txBody>
            <a:bodyPr spcFirstLastPara="1" wrap="square" lIns="192000" tIns="109725" rIns="192000" bIns="109725" anchor="ctr" anchorCtr="0">
              <a:noAutofit/>
            </a:bodyPr>
            <a:lstStyle/>
            <a:p>
              <a:pPr marL="0" marR="0" lvl="0" indent="0" algn="ctr" rtl="0">
                <a:lnSpc>
                  <a:spcPct val="90000"/>
                </a:lnSpc>
                <a:spcBef>
                  <a:spcPts val="0"/>
                </a:spcBef>
                <a:spcAft>
                  <a:spcPts val="0"/>
                </a:spcAft>
                <a:buClr>
                  <a:schemeClr val="lt1"/>
                </a:buClr>
                <a:buSzPts val="2700"/>
                <a:buFont typeface="Gill Sans"/>
                <a:buNone/>
              </a:pPr>
              <a:r>
                <a:rPr lang="en-IN" sz="2700" b="1" dirty="0">
                  <a:solidFill>
                    <a:schemeClr val="lt1"/>
                  </a:solidFill>
                  <a:latin typeface="Gill Sans"/>
                  <a:sym typeface="Gill Sans"/>
                </a:rPr>
                <a:t>JAVA</a:t>
              </a:r>
              <a:endParaRPr lang="en-IN" dirty="0"/>
            </a:p>
          </p:txBody>
        </p:sp>
        <p:sp>
          <p:nvSpPr>
            <p:cNvPr id="115" name="Google Shape;115;p14"/>
            <p:cNvSpPr/>
            <p:nvPr/>
          </p:nvSpPr>
          <p:spPr>
            <a:xfrm>
              <a:off x="3580187" y="1065125"/>
              <a:ext cx="3137692" cy="3696485"/>
            </a:xfrm>
            <a:prstGeom prst="rect">
              <a:avLst/>
            </a:prstGeom>
            <a:solidFill>
              <a:srgbClr val="CBCCD1">
                <a:alpha val="89803"/>
              </a:srgbClr>
            </a:solidFill>
            <a:ln w="22225" cap="rnd" cmpd="sng">
              <a:solidFill>
                <a:srgbClr val="CBCCD1">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4"/>
            <p:cNvSpPr txBox="1"/>
            <p:nvPr/>
          </p:nvSpPr>
          <p:spPr>
            <a:xfrm>
              <a:off x="3580187" y="1065125"/>
              <a:ext cx="3137692" cy="3696485"/>
            </a:xfrm>
            <a:prstGeom prst="rect">
              <a:avLst/>
            </a:prstGeom>
            <a:noFill/>
            <a:ln>
              <a:noFill/>
            </a:ln>
          </p:spPr>
          <p:txBody>
            <a:bodyPr spcFirstLastPara="1" wrap="square" lIns="144000" tIns="144000" rIns="192000" bIns="216025" anchor="t" anchorCtr="0">
              <a:noAutofit/>
            </a:bodyPr>
            <a:lstStyle/>
            <a:p>
              <a:pPr marL="457200" marR="0" lvl="1" indent="-457200" algn="l" rtl="0">
                <a:lnSpc>
                  <a:spcPct val="150000"/>
                </a:lnSpc>
                <a:spcBef>
                  <a:spcPts val="0"/>
                </a:spcBef>
                <a:spcAft>
                  <a:spcPts val="0"/>
                </a:spcAft>
                <a:buClr>
                  <a:schemeClr val="dk1"/>
                </a:buClr>
                <a:buSzPts val="2700"/>
                <a:buFont typeface="Wingdings" panose="05000000000000000000" pitchFamily="2" charset="2"/>
                <a:buChar char="q"/>
              </a:pPr>
              <a:r>
                <a:rPr lang="en-IN" sz="2700" dirty="0">
                  <a:solidFill>
                    <a:schemeClr val="dk1"/>
                  </a:solidFill>
                  <a:latin typeface="Gill Sans"/>
                  <a:sym typeface="Gill Sans"/>
                </a:rPr>
                <a:t>Methods</a:t>
              </a:r>
            </a:p>
            <a:p>
              <a:pPr marL="457200" marR="0" lvl="1" indent="-457200" algn="l" rtl="0">
                <a:lnSpc>
                  <a:spcPct val="150000"/>
                </a:lnSpc>
                <a:spcBef>
                  <a:spcPts val="0"/>
                </a:spcBef>
                <a:spcAft>
                  <a:spcPts val="0"/>
                </a:spcAft>
                <a:buClr>
                  <a:schemeClr val="dk1"/>
                </a:buClr>
                <a:buSzPts val="2700"/>
                <a:buFont typeface="Wingdings" panose="05000000000000000000" pitchFamily="2" charset="2"/>
                <a:buChar char="q"/>
              </a:pPr>
              <a:r>
                <a:rPr lang="en-IN" sz="2700" dirty="0">
                  <a:solidFill>
                    <a:schemeClr val="dk1"/>
                  </a:solidFill>
                  <a:latin typeface="Gill Sans"/>
                  <a:sym typeface="Gill Sans"/>
                </a:rPr>
                <a:t>Operators</a:t>
              </a:r>
            </a:p>
            <a:p>
              <a:pPr marL="457200" marR="0" lvl="1" indent="-457200" algn="l" rtl="0">
                <a:lnSpc>
                  <a:spcPct val="150000"/>
                </a:lnSpc>
                <a:spcBef>
                  <a:spcPts val="0"/>
                </a:spcBef>
                <a:spcAft>
                  <a:spcPts val="0"/>
                </a:spcAft>
                <a:buClr>
                  <a:schemeClr val="dk1"/>
                </a:buClr>
                <a:buSzPts val="2700"/>
                <a:buFont typeface="Wingdings" panose="05000000000000000000" pitchFamily="2" charset="2"/>
                <a:buChar char="q"/>
              </a:pPr>
              <a:r>
                <a:rPr lang="en-IN" sz="2700" dirty="0">
                  <a:solidFill>
                    <a:schemeClr val="dk1"/>
                  </a:solidFill>
                  <a:latin typeface="Gill Sans"/>
                  <a:sym typeface="Gill Sans"/>
                </a:rPr>
                <a:t>Control flow statements</a:t>
              </a:r>
            </a:p>
            <a:p>
              <a:pPr marL="457200" marR="0" lvl="1" indent="-457200" algn="l" rtl="0">
                <a:lnSpc>
                  <a:spcPct val="150000"/>
                </a:lnSpc>
                <a:spcBef>
                  <a:spcPts val="0"/>
                </a:spcBef>
                <a:spcAft>
                  <a:spcPts val="0"/>
                </a:spcAft>
                <a:buClr>
                  <a:schemeClr val="dk1"/>
                </a:buClr>
                <a:buSzPts val="2700"/>
                <a:buFont typeface="Wingdings" panose="05000000000000000000" pitchFamily="2" charset="2"/>
                <a:buChar char="q"/>
              </a:pPr>
              <a:r>
                <a:rPr lang="en-IN" sz="2700" dirty="0">
                  <a:solidFill>
                    <a:schemeClr val="dk1"/>
                  </a:solidFill>
                  <a:latin typeface="Gill Sans"/>
                  <a:sym typeface="Gill Sans"/>
                </a:rPr>
                <a:t>Loops</a:t>
              </a:r>
            </a:p>
            <a:p>
              <a:pPr marL="457200" marR="0" lvl="1" indent="-457200" algn="l" rtl="0">
                <a:lnSpc>
                  <a:spcPct val="150000"/>
                </a:lnSpc>
                <a:spcBef>
                  <a:spcPts val="0"/>
                </a:spcBef>
                <a:spcAft>
                  <a:spcPts val="0"/>
                </a:spcAft>
                <a:buClr>
                  <a:schemeClr val="dk1"/>
                </a:buClr>
                <a:buSzPts val="2700"/>
                <a:buFont typeface="Wingdings" panose="05000000000000000000" pitchFamily="2" charset="2"/>
                <a:buChar char="q"/>
              </a:pPr>
              <a:endParaRPr lang="en-IN" sz="2700" dirty="0">
                <a:solidFill>
                  <a:schemeClr val="dk1"/>
                </a:solidFill>
                <a:latin typeface="Gill Sans"/>
                <a:sym typeface="Gill Sans"/>
              </a:endParaRPr>
            </a:p>
          </p:txBody>
        </p:sp>
      </p:grpSp>
      <p:pic>
        <p:nvPicPr>
          <p:cNvPr id="4" name="Picture 3">
            <a:extLst>
              <a:ext uri="{FF2B5EF4-FFF2-40B4-BE49-F238E27FC236}">
                <a16:creationId xmlns:a16="http://schemas.microsoft.com/office/drawing/2014/main" id="{FBFEDC22-2C36-E53C-EA65-78A8A82B4AFF}"/>
              </a:ext>
            </a:extLst>
          </p:cNvPr>
          <p:cNvPicPr>
            <a:picLocks noChangeAspect="1"/>
          </p:cNvPicPr>
          <p:nvPr/>
        </p:nvPicPr>
        <p:blipFill>
          <a:blip r:embed="rId3"/>
          <a:stretch>
            <a:fillRect/>
          </a:stretch>
        </p:blipFill>
        <p:spPr>
          <a:xfrm>
            <a:off x="9674943" y="628268"/>
            <a:ext cx="2212258" cy="10876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485273" y="365125"/>
            <a:ext cx="10515600" cy="118064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Gill Sans"/>
              <a:buNone/>
            </a:pPr>
            <a:r>
              <a:rPr lang="en-IN" sz="4200" b="1" dirty="0"/>
              <a:t>WHY JAVA</a:t>
            </a:r>
            <a:endParaRPr sz="4200" b="1" dirty="0"/>
          </a:p>
        </p:txBody>
      </p:sp>
      <p:sp>
        <p:nvSpPr>
          <p:cNvPr id="126" name="Google Shape;126;p15"/>
          <p:cNvSpPr txBox="1">
            <a:spLocks noGrp="1"/>
          </p:cNvSpPr>
          <p:nvPr>
            <p:ph type="body" idx="1"/>
          </p:nvPr>
        </p:nvSpPr>
        <p:spPr>
          <a:xfrm>
            <a:off x="613610" y="1861086"/>
            <a:ext cx="10515600" cy="429490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656"/>
              <a:buNone/>
            </a:pPr>
            <a:r>
              <a:rPr lang="en-US" sz="2500" dirty="0"/>
              <a:t>   </a:t>
            </a:r>
            <a:endParaRPr sz="2500" dirty="0"/>
          </a:p>
        </p:txBody>
      </p:sp>
      <p:pic>
        <p:nvPicPr>
          <p:cNvPr id="2" name="Picture 1">
            <a:extLst>
              <a:ext uri="{FF2B5EF4-FFF2-40B4-BE49-F238E27FC236}">
                <a16:creationId xmlns:a16="http://schemas.microsoft.com/office/drawing/2014/main" id="{26A89855-90AE-39B0-225E-4A6B24CBB18E}"/>
              </a:ext>
            </a:extLst>
          </p:cNvPr>
          <p:cNvPicPr>
            <a:picLocks noChangeAspect="1"/>
          </p:cNvPicPr>
          <p:nvPr/>
        </p:nvPicPr>
        <p:blipFill>
          <a:blip r:embed="rId3"/>
          <a:stretch>
            <a:fillRect/>
          </a:stretch>
        </p:blipFill>
        <p:spPr>
          <a:xfrm>
            <a:off x="9674943" y="628268"/>
            <a:ext cx="2212258" cy="1087688"/>
          </a:xfrm>
          <a:prstGeom prst="rect">
            <a:avLst/>
          </a:prstGeom>
        </p:spPr>
      </p:pic>
      <p:pic>
        <p:nvPicPr>
          <p:cNvPr id="3" name="Google Shape;72;p14">
            <a:extLst>
              <a:ext uri="{FF2B5EF4-FFF2-40B4-BE49-F238E27FC236}">
                <a16:creationId xmlns:a16="http://schemas.microsoft.com/office/drawing/2014/main" id="{D0F84094-684C-6A1A-1467-7A73785A9339}"/>
              </a:ext>
            </a:extLst>
          </p:cNvPr>
          <p:cNvPicPr preferRelativeResize="0"/>
          <p:nvPr/>
        </p:nvPicPr>
        <p:blipFill>
          <a:blip r:embed="rId4">
            <a:alphaModFix/>
          </a:blip>
          <a:stretch>
            <a:fillRect/>
          </a:stretch>
        </p:blipFill>
        <p:spPr>
          <a:xfrm>
            <a:off x="943071" y="2398387"/>
            <a:ext cx="9158871" cy="390273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485273" y="365125"/>
            <a:ext cx="10515600" cy="118064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Gill Sans"/>
              <a:buNone/>
            </a:pPr>
            <a:r>
              <a:rPr lang="en-IN" sz="3400" b="1" dirty="0"/>
              <a:t>JAVA INTRODUCTION</a:t>
            </a:r>
            <a:endParaRPr sz="3400" b="1" dirty="0"/>
          </a:p>
        </p:txBody>
      </p:sp>
      <p:sp>
        <p:nvSpPr>
          <p:cNvPr id="126" name="Google Shape;126;p15"/>
          <p:cNvSpPr txBox="1">
            <a:spLocks noGrp="1"/>
          </p:cNvSpPr>
          <p:nvPr>
            <p:ph type="body" idx="1"/>
          </p:nvPr>
        </p:nvSpPr>
        <p:spPr>
          <a:xfrm>
            <a:off x="613610" y="1861086"/>
            <a:ext cx="10515600" cy="4294903"/>
          </a:xfrm>
          <a:prstGeom prst="rect">
            <a:avLst/>
          </a:prstGeom>
          <a:noFill/>
          <a:ln>
            <a:noFill/>
          </a:ln>
        </p:spPr>
        <p:txBody>
          <a:bodyPr spcFirstLastPara="1" wrap="square" lIns="91425" tIns="45700" rIns="91425" bIns="45700" anchor="t" anchorCtr="0">
            <a:normAutofit lnSpcReduction="10000"/>
          </a:bodyPr>
          <a:lstStyle/>
          <a:p>
            <a:pPr rtl="0" fontAlgn="base">
              <a:lnSpc>
                <a:spcPct val="160000"/>
              </a:lnSpc>
              <a:spcBef>
                <a:spcPts val="0"/>
              </a:spcBef>
              <a:spcAft>
                <a:spcPts val="0"/>
              </a:spcAft>
              <a:buFont typeface="Wingdings" panose="05000000000000000000" pitchFamily="2" charset="2"/>
              <a:buChar char="q"/>
            </a:pPr>
            <a:r>
              <a:rPr lang="en-US" sz="2200" i="0" u="none" strike="noStrike" dirty="0">
                <a:solidFill>
                  <a:srgbClr val="0070C0"/>
                </a:solidFill>
                <a:effectLst/>
                <a:latin typeface="Gill Sans" panose="020B0604020202020204" charset="0"/>
              </a:rPr>
              <a:t>Type                            :       Open Source Software</a:t>
            </a:r>
          </a:p>
          <a:p>
            <a:pPr rtl="0" fontAlgn="base">
              <a:lnSpc>
                <a:spcPct val="160000"/>
              </a:lnSpc>
              <a:spcBef>
                <a:spcPts val="0"/>
              </a:spcBef>
              <a:spcAft>
                <a:spcPts val="0"/>
              </a:spcAft>
              <a:buFont typeface="Wingdings" panose="05000000000000000000" pitchFamily="2" charset="2"/>
              <a:buChar char="q"/>
            </a:pPr>
            <a:r>
              <a:rPr lang="en-US" sz="2200" i="0" u="none" strike="noStrike" dirty="0">
                <a:solidFill>
                  <a:srgbClr val="0070C0"/>
                </a:solidFill>
                <a:effectLst/>
                <a:latin typeface="Gill Sans" panose="020B0604020202020204" charset="0"/>
              </a:rPr>
              <a:t>Current Version           :       JavaSE17(Sep 14th 2021)</a:t>
            </a:r>
          </a:p>
          <a:p>
            <a:pPr rtl="0" fontAlgn="base">
              <a:lnSpc>
                <a:spcPct val="160000"/>
              </a:lnSpc>
              <a:spcBef>
                <a:spcPts val="0"/>
              </a:spcBef>
              <a:spcAft>
                <a:spcPts val="0"/>
              </a:spcAft>
              <a:buFont typeface="Wingdings" panose="05000000000000000000" pitchFamily="2" charset="2"/>
              <a:buChar char="q"/>
            </a:pPr>
            <a:r>
              <a:rPr lang="en-US" sz="2200" i="0" u="none" strike="noStrike" dirty="0">
                <a:solidFill>
                  <a:srgbClr val="0070C0"/>
                </a:solidFill>
                <a:effectLst/>
                <a:latin typeface="Gill Sans" panose="020B0604020202020204" charset="0"/>
              </a:rPr>
              <a:t>Initial Version               :        JDK 1.0( Jan 1996)</a:t>
            </a:r>
          </a:p>
          <a:p>
            <a:pPr rtl="0" fontAlgn="base">
              <a:lnSpc>
                <a:spcPct val="160000"/>
              </a:lnSpc>
              <a:spcBef>
                <a:spcPts val="0"/>
              </a:spcBef>
              <a:spcAft>
                <a:spcPts val="0"/>
              </a:spcAft>
              <a:buFont typeface="Wingdings" panose="05000000000000000000" pitchFamily="2" charset="2"/>
              <a:buChar char="q"/>
            </a:pPr>
            <a:r>
              <a:rPr lang="en-US" sz="2200" i="0" u="none" strike="noStrike" dirty="0">
                <a:solidFill>
                  <a:srgbClr val="0070C0"/>
                </a:solidFill>
                <a:effectLst/>
                <a:latin typeface="Gill Sans" panose="020B0604020202020204" charset="0"/>
              </a:rPr>
              <a:t>Creator                       :        James Gosling &amp; team</a:t>
            </a:r>
          </a:p>
          <a:p>
            <a:pPr rtl="0" fontAlgn="base">
              <a:lnSpc>
                <a:spcPct val="160000"/>
              </a:lnSpc>
              <a:spcBef>
                <a:spcPts val="0"/>
              </a:spcBef>
              <a:spcAft>
                <a:spcPts val="0"/>
              </a:spcAft>
              <a:buFont typeface="Wingdings" panose="05000000000000000000" pitchFamily="2" charset="2"/>
              <a:buChar char="q"/>
            </a:pPr>
            <a:r>
              <a:rPr lang="en-US" sz="2200" i="0" u="none" strike="noStrike" dirty="0">
                <a:solidFill>
                  <a:srgbClr val="0070C0"/>
                </a:solidFill>
                <a:effectLst/>
                <a:latin typeface="Gill Sans" panose="020B0604020202020204" charset="0"/>
              </a:rPr>
              <a:t>Initial Vendor               :        SUN Micro System</a:t>
            </a:r>
          </a:p>
          <a:p>
            <a:pPr rtl="0" fontAlgn="base">
              <a:lnSpc>
                <a:spcPct val="160000"/>
              </a:lnSpc>
              <a:spcBef>
                <a:spcPts val="0"/>
              </a:spcBef>
              <a:spcAft>
                <a:spcPts val="0"/>
              </a:spcAft>
              <a:buFont typeface="Wingdings" panose="05000000000000000000" pitchFamily="2" charset="2"/>
              <a:buChar char="q"/>
            </a:pPr>
            <a:r>
              <a:rPr lang="en-US" sz="2200" i="0" u="none" strike="noStrike" dirty="0">
                <a:solidFill>
                  <a:srgbClr val="0070C0"/>
                </a:solidFill>
                <a:effectLst/>
                <a:latin typeface="Gill Sans" panose="020B0604020202020204" charset="0"/>
              </a:rPr>
              <a:t>Current Vendor           :         Oracle</a:t>
            </a:r>
          </a:p>
          <a:p>
            <a:pPr rtl="0" fontAlgn="base">
              <a:lnSpc>
                <a:spcPct val="160000"/>
              </a:lnSpc>
              <a:spcBef>
                <a:spcPts val="0"/>
              </a:spcBef>
              <a:spcAft>
                <a:spcPts val="0"/>
              </a:spcAft>
              <a:buFont typeface="Wingdings" panose="05000000000000000000" pitchFamily="2" charset="2"/>
              <a:buChar char="q"/>
            </a:pPr>
            <a:r>
              <a:rPr lang="en-US" sz="2200" i="0" u="none" strike="noStrike" dirty="0">
                <a:solidFill>
                  <a:srgbClr val="0070C0"/>
                </a:solidFill>
                <a:effectLst/>
                <a:latin typeface="Gill Sans" panose="020B0604020202020204" charset="0"/>
              </a:rPr>
              <a:t>To download s/w         :    https://www.oracle.com/java/technologies/javase/jdk14-archive-downloads.html</a:t>
            </a:r>
          </a:p>
        </p:txBody>
      </p:sp>
      <p:pic>
        <p:nvPicPr>
          <p:cNvPr id="2" name="Picture 1">
            <a:extLst>
              <a:ext uri="{FF2B5EF4-FFF2-40B4-BE49-F238E27FC236}">
                <a16:creationId xmlns:a16="http://schemas.microsoft.com/office/drawing/2014/main" id="{26A89855-90AE-39B0-225E-4A6B24CBB18E}"/>
              </a:ext>
            </a:extLst>
          </p:cNvPr>
          <p:cNvPicPr>
            <a:picLocks noChangeAspect="1"/>
          </p:cNvPicPr>
          <p:nvPr/>
        </p:nvPicPr>
        <p:blipFill>
          <a:blip r:embed="rId3"/>
          <a:stretch>
            <a:fillRect/>
          </a:stretch>
        </p:blipFill>
        <p:spPr>
          <a:xfrm>
            <a:off x="9674943" y="628268"/>
            <a:ext cx="2212258" cy="1087688"/>
          </a:xfrm>
          <a:prstGeom prst="rect">
            <a:avLst/>
          </a:prstGeom>
        </p:spPr>
      </p:pic>
    </p:spTree>
    <p:extLst>
      <p:ext uri="{BB962C8B-B14F-4D97-AF65-F5344CB8AC3E}">
        <p14:creationId xmlns:p14="http://schemas.microsoft.com/office/powerpoint/2010/main" val="4094401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485273" y="365125"/>
            <a:ext cx="10515600" cy="118064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Gill Sans"/>
              <a:buNone/>
            </a:pPr>
            <a:r>
              <a:rPr lang="en-IN" sz="4400" b="1" dirty="0"/>
              <a:t>HISTORY OF JAVA</a:t>
            </a:r>
            <a:endParaRPr sz="4400" b="1" dirty="0"/>
          </a:p>
        </p:txBody>
      </p:sp>
      <p:sp>
        <p:nvSpPr>
          <p:cNvPr id="126" name="Google Shape;126;p15"/>
          <p:cNvSpPr txBox="1">
            <a:spLocks noGrp="1"/>
          </p:cNvSpPr>
          <p:nvPr>
            <p:ph type="body" idx="1"/>
          </p:nvPr>
        </p:nvSpPr>
        <p:spPr>
          <a:xfrm>
            <a:off x="613610" y="1861086"/>
            <a:ext cx="10515600" cy="4294903"/>
          </a:xfrm>
          <a:prstGeom prst="rect">
            <a:avLst/>
          </a:prstGeom>
          <a:noFill/>
          <a:ln>
            <a:noFill/>
          </a:ln>
        </p:spPr>
        <p:txBody>
          <a:bodyPr spcFirstLastPara="1" wrap="square" lIns="91425" tIns="45700" rIns="91425" bIns="45700" anchor="t" anchorCtr="0">
            <a:normAutofit fontScale="92500"/>
          </a:bodyPr>
          <a:lstStyle/>
          <a:p>
            <a:pPr fontAlgn="base">
              <a:lnSpc>
                <a:spcPct val="160000"/>
              </a:lnSpc>
              <a:spcBef>
                <a:spcPts val="0"/>
              </a:spcBef>
            </a:pPr>
            <a:r>
              <a:rPr lang="en-US" sz="2200" dirty="0">
                <a:solidFill>
                  <a:srgbClr val="0070C0"/>
                </a:solidFill>
                <a:latin typeface="Gill Sans" panose="020B0604020202020204" charset="0"/>
              </a:rPr>
              <a:t>James Gosling , Mike </a:t>
            </a:r>
            <a:r>
              <a:rPr lang="en-US" sz="2200" dirty="0" err="1">
                <a:solidFill>
                  <a:srgbClr val="0070C0"/>
                </a:solidFill>
                <a:latin typeface="Gill Sans" panose="020B0604020202020204" charset="0"/>
              </a:rPr>
              <a:t>Sherida</a:t>
            </a:r>
            <a:r>
              <a:rPr lang="en-US" sz="2200" dirty="0">
                <a:solidFill>
                  <a:srgbClr val="0070C0"/>
                </a:solidFill>
                <a:latin typeface="Gill Sans" panose="020B0604020202020204" charset="0"/>
              </a:rPr>
              <a:t> and Patrick Naughton initiated the java language project in </a:t>
            </a:r>
            <a:r>
              <a:rPr lang="en-US" sz="2200" dirty="0" err="1">
                <a:solidFill>
                  <a:srgbClr val="0070C0"/>
                </a:solidFill>
                <a:latin typeface="Gill Sans" panose="020B0604020202020204" charset="0"/>
              </a:rPr>
              <a:t>june</a:t>
            </a:r>
            <a:r>
              <a:rPr lang="en-US" sz="2200" dirty="0">
                <a:solidFill>
                  <a:srgbClr val="0070C0"/>
                </a:solidFill>
                <a:latin typeface="Gill Sans" panose="020B0604020202020204" charset="0"/>
              </a:rPr>
              <a:t> 1991.</a:t>
            </a:r>
          </a:p>
          <a:p>
            <a:pPr fontAlgn="base">
              <a:lnSpc>
                <a:spcPct val="160000"/>
              </a:lnSpc>
              <a:spcBef>
                <a:spcPts val="0"/>
              </a:spcBef>
            </a:pPr>
            <a:r>
              <a:rPr lang="en-US" sz="2200" dirty="0">
                <a:solidFill>
                  <a:srgbClr val="0070C0"/>
                </a:solidFill>
                <a:latin typeface="Gill Sans" panose="020B0604020202020204" charset="0"/>
              </a:rPr>
              <a:t>The team called Green Team.</a:t>
            </a:r>
          </a:p>
          <a:p>
            <a:pPr fontAlgn="base">
              <a:lnSpc>
                <a:spcPct val="160000"/>
              </a:lnSpc>
              <a:spcBef>
                <a:spcPts val="0"/>
              </a:spcBef>
            </a:pPr>
            <a:r>
              <a:rPr lang="en-US" sz="2200" dirty="0">
                <a:solidFill>
                  <a:srgbClr val="0070C0"/>
                </a:solidFill>
                <a:latin typeface="Gill Sans" panose="020B0604020202020204" charset="0"/>
              </a:rPr>
              <a:t>Initially designed for small , embedded systems in electronic appliances.</a:t>
            </a:r>
          </a:p>
          <a:p>
            <a:pPr fontAlgn="base">
              <a:lnSpc>
                <a:spcPct val="160000"/>
              </a:lnSpc>
              <a:spcBef>
                <a:spcPts val="0"/>
              </a:spcBef>
            </a:pPr>
            <a:r>
              <a:rPr lang="en-US" sz="2200" dirty="0">
                <a:solidFill>
                  <a:srgbClr val="0070C0"/>
                </a:solidFill>
                <a:latin typeface="Gill Sans" panose="020B0604020202020204" charset="0"/>
              </a:rPr>
              <a:t>Firstly it was called “</a:t>
            </a:r>
            <a:r>
              <a:rPr lang="en-US" sz="2200" dirty="0" err="1">
                <a:solidFill>
                  <a:srgbClr val="0070C0"/>
                </a:solidFill>
                <a:latin typeface="Gill Sans" panose="020B0604020202020204" charset="0"/>
              </a:rPr>
              <a:t>Greentalk</a:t>
            </a:r>
            <a:r>
              <a:rPr lang="en-US" sz="2200" dirty="0">
                <a:solidFill>
                  <a:srgbClr val="0070C0"/>
                </a:solidFill>
                <a:latin typeface="Gill Sans" panose="020B0604020202020204" charset="0"/>
              </a:rPr>
              <a:t>” by James Gosling, and the file extension was .</a:t>
            </a:r>
            <a:r>
              <a:rPr lang="en-US" sz="2200" dirty="0" err="1">
                <a:solidFill>
                  <a:srgbClr val="0070C0"/>
                </a:solidFill>
                <a:latin typeface="Gill Sans" panose="020B0604020202020204" charset="0"/>
              </a:rPr>
              <a:t>gt</a:t>
            </a:r>
            <a:endParaRPr lang="en-US" sz="2200" dirty="0">
              <a:solidFill>
                <a:srgbClr val="0070C0"/>
              </a:solidFill>
              <a:latin typeface="Gill Sans" panose="020B0604020202020204" charset="0"/>
            </a:endParaRPr>
          </a:p>
          <a:p>
            <a:pPr fontAlgn="base">
              <a:lnSpc>
                <a:spcPct val="160000"/>
              </a:lnSpc>
              <a:spcBef>
                <a:spcPts val="0"/>
              </a:spcBef>
            </a:pPr>
            <a:r>
              <a:rPr lang="en-US" sz="2200" dirty="0">
                <a:solidFill>
                  <a:srgbClr val="0070C0"/>
                </a:solidFill>
                <a:latin typeface="Gill Sans" panose="020B0604020202020204" charset="0"/>
              </a:rPr>
              <a:t>Initially java called as “OAK”. OAK is a national tree of many countries like U.S.A , France , Germany etc.</a:t>
            </a:r>
          </a:p>
          <a:p>
            <a:pPr fontAlgn="base">
              <a:lnSpc>
                <a:spcPct val="160000"/>
              </a:lnSpc>
              <a:spcBef>
                <a:spcPts val="0"/>
              </a:spcBef>
            </a:pPr>
            <a:r>
              <a:rPr lang="en-US" sz="2200" dirty="0">
                <a:solidFill>
                  <a:srgbClr val="0070C0"/>
                </a:solidFill>
                <a:latin typeface="Gill Sans" panose="020B0604020202020204" charset="0"/>
              </a:rPr>
              <a:t>In 1995 OAK was renamed as JAVA  because oak is a trademark of OAK TECHNOLOGIES.</a:t>
            </a:r>
            <a:endParaRPr lang="en-IN" sz="2200" dirty="0">
              <a:solidFill>
                <a:srgbClr val="0070C0"/>
              </a:solidFill>
              <a:latin typeface="Gill Sans" panose="020B0604020202020204" charset="0"/>
            </a:endParaRPr>
          </a:p>
        </p:txBody>
      </p:sp>
      <p:pic>
        <p:nvPicPr>
          <p:cNvPr id="2" name="Picture 1">
            <a:extLst>
              <a:ext uri="{FF2B5EF4-FFF2-40B4-BE49-F238E27FC236}">
                <a16:creationId xmlns:a16="http://schemas.microsoft.com/office/drawing/2014/main" id="{26A89855-90AE-39B0-225E-4A6B24CBB18E}"/>
              </a:ext>
            </a:extLst>
          </p:cNvPr>
          <p:cNvPicPr>
            <a:picLocks noChangeAspect="1"/>
          </p:cNvPicPr>
          <p:nvPr/>
        </p:nvPicPr>
        <p:blipFill>
          <a:blip r:embed="rId3"/>
          <a:stretch>
            <a:fillRect/>
          </a:stretch>
        </p:blipFill>
        <p:spPr>
          <a:xfrm>
            <a:off x="9674943" y="628268"/>
            <a:ext cx="2212258" cy="1087688"/>
          </a:xfrm>
          <a:prstGeom prst="rect">
            <a:avLst/>
          </a:prstGeom>
        </p:spPr>
      </p:pic>
    </p:spTree>
    <p:extLst>
      <p:ext uri="{BB962C8B-B14F-4D97-AF65-F5344CB8AC3E}">
        <p14:creationId xmlns:p14="http://schemas.microsoft.com/office/powerpoint/2010/main" val="2144270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485273" y="365125"/>
            <a:ext cx="10515600" cy="118064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Gill Sans"/>
              <a:buNone/>
            </a:pPr>
            <a:r>
              <a:rPr lang="en-IN" sz="4400" b="1" dirty="0"/>
              <a:t>JAVA INSTALLATION</a:t>
            </a:r>
            <a:endParaRPr sz="4400" b="1" dirty="0"/>
          </a:p>
        </p:txBody>
      </p:sp>
      <p:sp>
        <p:nvSpPr>
          <p:cNvPr id="126" name="Google Shape;126;p15"/>
          <p:cNvSpPr txBox="1">
            <a:spLocks noGrp="1"/>
          </p:cNvSpPr>
          <p:nvPr>
            <p:ph type="body" idx="1"/>
          </p:nvPr>
        </p:nvSpPr>
        <p:spPr>
          <a:xfrm>
            <a:off x="613610" y="1861086"/>
            <a:ext cx="10515600" cy="4294903"/>
          </a:xfrm>
          <a:prstGeom prst="rect">
            <a:avLst/>
          </a:prstGeom>
          <a:noFill/>
          <a:ln>
            <a:noFill/>
          </a:ln>
        </p:spPr>
        <p:txBody>
          <a:bodyPr spcFirstLastPara="1" wrap="square" lIns="91425" tIns="45700" rIns="91425" bIns="45700" anchor="t" anchorCtr="0">
            <a:normAutofit lnSpcReduction="10000"/>
          </a:bodyPr>
          <a:lstStyle/>
          <a:p>
            <a:pPr fontAlgn="base">
              <a:lnSpc>
                <a:spcPct val="160000"/>
              </a:lnSpc>
              <a:spcBef>
                <a:spcPts val="0"/>
              </a:spcBef>
            </a:pPr>
            <a:r>
              <a:rPr lang="en-US" sz="2200" dirty="0">
                <a:solidFill>
                  <a:srgbClr val="0070C0"/>
                </a:solidFill>
                <a:latin typeface="Gill Sans" panose="020B0604020202020204" charset="0"/>
              </a:rPr>
              <a:t>When we install java in our machine two folders are created internally. Those are</a:t>
            </a:r>
          </a:p>
          <a:p>
            <a:pPr fontAlgn="base">
              <a:lnSpc>
                <a:spcPct val="160000"/>
              </a:lnSpc>
              <a:spcBef>
                <a:spcPts val="0"/>
              </a:spcBef>
            </a:pPr>
            <a:r>
              <a:rPr lang="en-US" sz="2200" dirty="0">
                <a:solidFill>
                  <a:srgbClr val="0070C0"/>
                </a:solidFill>
                <a:latin typeface="Gill Sans" panose="020B0604020202020204" charset="0"/>
              </a:rPr>
              <a:t>1)JDK     2)JRE</a:t>
            </a:r>
          </a:p>
          <a:p>
            <a:pPr fontAlgn="base">
              <a:lnSpc>
                <a:spcPct val="160000"/>
              </a:lnSpc>
              <a:spcBef>
                <a:spcPts val="0"/>
              </a:spcBef>
            </a:pPr>
            <a:r>
              <a:rPr lang="en-US" sz="2200" dirty="0">
                <a:solidFill>
                  <a:srgbClr val="0070C0"/>
                </a:solidFill>
                <a:latin typeface="Gill Sans" panose="020B0604020202020204" charset="0"/>
              </a:rPr>
              <a:t>JDK is an acronym for Java Development Kit. It is used to provide development environment which is used to develop java applications and </a:t>
            </a:r>
            <a:r>
              <a:rPr lang="en-US" sz="2200" dirty="0" err="1">
                <a:solidFill>
                  <a:srgbClr val="0070C0"/>
                </a:solidFill>
                <a:latin typeface="Gill Sans" panose="020B0604020202020204" charset="0"/>
              </a:rPr>
              <a:t>applets.JDK</a:t>
            </a:r>
            <a:r>
              <a:rPr lang="en-US" sz="2200" dirty="0">
                <a:solidFill>
                  <a:srgbClr val="0070C0"/>
                </a:solidFill>
                <a:latin typeface="Gill Sans" panose="020B0604020202020204" charset="0"/>
              </a:rPr>
              <a:t> is an implementation of JSE,JEE,JME.</a:t>
            </a:r>
          </a:p>
          <a:p>
            <a:pPr fontAlgn="base">
              <a:lnSpc>
                <a:spcPct val="160000"/>
              </a:lnSpc>
              <a:spcBef>
                <a:spcPts val="0"/>
              </a:spcBef>
            </a:pPr>
            <a:r>
              <a:rPr lang="en-US" sz="2200" dirty="0">
                <a:solidFill>
                  <a:srgbClr val="0070C0"/>
                </a:solidFill>
                <a:latin typeface="Gill Sans" panose="020B0604020202020204" charset="0"/>
              </a:rPr>
              <a:t>JRE is an acronym for Java Runtime Environment. It is used to provide runtime environment contains set of libraries(</a:t>
            </a:r>
            <a:r>
              <a:rPr lang="en-US" sz="2200" dirty="0" err="1">
                <a:solidFill>
                  <a:srgbClr val="0070C0"/>
                </a:solidFill>
                <a:latin typeface="Gill Sans" panose="020B0604020202020204" charset="0"/>
              </a:rPr>
              <a:t>ex:rt.jar</a:t>
            </a:r>
            <a:r>
              <a:rPr lang="en-US" sz="2200" dirty="0">
                <a:solidFill>
                  <a:srgbClr val="0070C0"/>
                </a:solidFill>
                <a:latin typeface="Gill Sans" panose="020B0604020202020204" charset="0"/>
              </a:rPr>
              <a:t>) plus other files that JVM uses at runtime.</a:t>
            </a:r>
          </a:p>
        </p:txBody>
      </p:sp>
      <p:pic>
        <p:nvPicPr>
          <p:cNvPr id="2" name="Picture 1">
            <a:extLst>
              <a:ext uri="{FF2B5EF4-FFF2-40B4-BE49-F238E27FC236}">
                <a16:creationId xmlns:a16="http://schemas.microsoft.com/office/drawing/2014/main" id="{26A89855-90AE-39B0-225E-4A6B24CBB18E}"/>
              </a:ext>
            </a:extLst>
          </p:cNvPr>
          <p:cNvPicPr>
            <a:picLocks noChangeAspect="1"/>
          </p:cNvPicPr>
          <p:nvPr/>
        </p:nvPicPr>
        <p:blipFill>
          <a:blip r:embed="rId3"/>
          <a:stretch>
            <a:fillRect/>
          </a:stretch>
        </p:blipFill>
        <p:spPr>
          <a:xfrm>
            <a:off x="9674943" y="628268"/>
            <a:ext cx="2212258" cy="1087688"/>
          </a:xfrm>
          <a:prstGeom prst="rect">
            <a:avLst/>
          </a:prstGeom>
        </p:spPr>
      </p:pic>
    </p:spTree>
    <p:extLst>
      <p:ext uri="{BB962C8B-B14F-4D97-AF65-F5344CB8AC3E}">
        <p14:creationId xmlns:p14="http://schemas.microsoft.com/office/powerpoint/2010/main" val="639940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485273" y="365125"/>
            <a:ext cx="10515600" cy="118064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Gill Sans"/>
              <a:buNone/>
            </a:pPr>
            <a:r>
              <a:rPr lang="en-IN" sz="4400" b="1" dirty="0"/>
              <a:t>FEATURES OF JAVA</a:t>
            </a:r>
            <a:endParaRPr sz="4400" b="1" dirty="0"/>
          </a:p>
        </p:txBody>
      </p:sp>
      <p:sp>
        <p:nvSpPr>
          <p:cNvPr id="126" name="Google Shape;126;p15"/>
          <p:cNvSpPr txBox="1">
            <a:spLocks noGrp="1"/>
          </p:cNvSpPr>
          <p:nvPr>
            <p:ph type="body" idx="1"/>
          </p:nvPr>
        </p:nvSpPr>
        <p:spPr>
          <a:xfrm>
            <a:off x="613610" y="1861086"/>
            <a:ext cx="10515600" cy="4294903"/>
          </a:xfrm>
          <a:prstGeom prst="rect">
            <a:avLst/>
          </a:prstGeom>
          <a:noFill/>
          <a:ln>
            <a:noFill/>
          </a:ln>
        </p:spPr>
        <p:txBody>
          <a:bodyPr spcFirstLastPara="1" wrap="square" lIns="91425" tIns="45700" rIns="91425" bIns="45700" anchor="t" anchorCtr="0">
            <a:normAutofit fontScale="92500" lnSpcReduction="10000"/>
          </a:bodyPr>
          <a:lstStyle/>
          <a:p>
            <a:pPr fontAlgn="base">
              <a:lnSpc>
                <a:spcPct val="160000"/>
              </a:lnSpc>
              <a:spcBef>
                <a:spcPts val="0"/>
              </a:spcBef>
            </a:pPr>
            <a:r>
              <a:rPr lang="en-US" sz="2200" dirty="0">
                <a:solidFill>
                  <a:srgbClr val="0070C0"/>
                </a:solidFill>
                <a:latin typeface="Gill Sans" panose="020B0604020202020204" charset="0"/>
              </a:rPr>
              <a:t>Simple</a:t>
            </a:r>
          </a:p>
          <a:p>
            <a:pPr fontAlgn="base">
              <a:lnSpc>
                <a:spcPct val="160000"/>
              </a:lnSpc>
              <a:spcBef>
                <a:spcPts val="0"/>
              </a:spcBef>
            </a:pPr>
            <a:r>
              <a:rPr lang="en-US" sz="2200" dirty="0">
                <a:solidFill>
                  <a:srgbClr val="0070C0"/>
                </a:solidFill>
                <a:latin typeface="Gill Sans" panose="020B0604020202020204" charset="0"/>
              </a:rPr>
              <a:t>Platform Independent</a:t>
            </a:r>
          </a:p>
          <a:p>
            <a:pPr fontAlgn="base">
              <a:lnSpc>
                <a:spcPct val="160000"/>
              </a:lnSpc>
              <a:spcBef>
                <a:spcPts val="0"/>
              </a:spcBef>
            </a:pPr>
            <a:r>
              <a:rPr lang="en-US" sz="2200" dirty="0">
                <a:solidFill>
                  <a:srgbClr val="0070C0"/>
                </a:solidFill>
                <a:latin typeface="Gill Sans" panose="020B0604020202020204" charset="0"/>
              </a:rPr>
              <a:t>Portable</a:t>
            </a:r>
          </a:p>
          <a:p>
            <a:pPr fontAlgn="base">
              <a:lnSpc>
                <a:spcPct val="160000"/>
              </a:lnSpc>
              <a:spcBef>
                <a:spcPts val="0"/>
              </a:spcBef>
            </a:pPr>
            <a:r>
              <a:rPr lang="en-US" sz="2200" dirty="0">
                <a:solidFill>
                  <a:srgbClr val="0070C0"/>
                </a:solidFill>
                <a:latin typeface="Gill Sans" panose="020B0604020202020204" charset="0"/>
              </a:rPr>
              <a:t>Architecture-neutral</a:t>
            </a:r>
          </a:p>
          <a:p>
            <a:pPr fontAlgn="base">
              <a:lnSpc>
                <a:spcPct val="160000"/>
              </a:lnSpc>
              <a:spcBef>
                <a:spcPts val="0"/>
              </a:spcBef>
            </a:pPr>
            <a:r>
              <a:rPr lang="en-US" sz="2200" dirty="0">
                <a:solidFill>
                  <a:srgbClr val="0070C0"/>
                </a:solidFill>
                <a:latin typeface="Gill Sans" panose="020B0604020202020204" charset="0"/>
              </a:rPr>
              <a:t>Multi-threaded</a:t>
            </a:r>
          </a:p>
          <a:p>
            <a:pPr fontAlgn="base">
              <a:lnSpc>
                <a:spcPct val="160000"/>
              </a:lnSpc>
              <a:spcBef>
                <a:spcPts val="0"/>
              </a:spcBef>
            </a:pPr>
            <a:r>
              <a:rPr lang="en-US" sz="2200" dirty="0">
                <a:solidFill>
                  <a:srgbClr val="0070C0"/>
                </a:solidFill>
                <a:latin typeface="Gill Sans" panose="020B0604020202020204" charset="0"/>
              </a:rPr>
              <a:t>Secured</a:t>
            </a:r>
          </a:p>
          <a:p>
            <a:pPr fontAlgn="base">
              <a:lnSpc>
                <a:spcPct val="160000"/>
              </a:lnSpc>
              <a:spcBef>
                <a:spcPts val="0"/>
              </a:spcBef>
            </a:pPr>
            <a:r>
              <a:rPr lang="en-US" sz="2200" dirty="0">
                <a:solidFill>
                  <a:srgbClr val="0070C0"/>
                </a:solidFill>
                <a:latin typeface="Gill Sans" panose="020B0604020202020204" charset="0"/>
              </a:rPr>
              <a:t>Robust</a:t>
            </a:r>
          </a:p>
          <a:p>
            <a:pPr fontAlgn="base">
              <a:lnSpc>
                <a:spcPct val="160000"/>
              </a:lnSpc>
              <a:spcBef>
                <a:spcPts val="0"/>
              </a:spcBef>
            </a:pPr>
            <a:r>
              <a:rPr lang="en-US" sz="2200" dirty="0">
                <a:solidFill>
                  <a:srgbClr val="0070C0"/>
                </a:solidFill>
                <a:latin typeface="Gill Sans" panose="020B0604020202020204" charset="0"/>
              </a:rPr>
              <a:t>Distributed</a:t>
            </a:r>
          </a:p>
          <a:p>
            <a:pPr fontAlgn="base">
              <a:lnSpc>
                <a:spcPct val="160000"/>
              </a:lnSpc>
              <a:spcBef>
                <a:spcPts val="0"/>
              </a:spcBef>
            </a:pPr>
            <a:r>
              <a:rPr lang="en-US" sz="2200" dirty="0">
                <a:solidFill>
                  <a:srgbClr val="0070C0"/>
                </a:solidFill>
                <a:latin typeface="Gill Sans" panose="020B0604020202020204" charset="0"/>
              </a:rPr>
              <a:t>Object-Oriented</a:t>
            </a:r>
          </a:p>
        </p:txBody>
      </p:sp>
      <p:pic>
        <p:nvPicPr>
          <p:cNvPr id="2" name="Picture 1">
            <a:extLst>
              <a:ext uri="{FF2B5EF4-FFF2-40B4-BE49-F238E27FC236}">
                <a16:creationId xmlns:a16="http://schemas.microsoft.com/office/drawing/2014/main" id="{26A89855-90AE-39B0-225E-4A6B24CBB18E}"/>
              </a:ext>
            </a:extLst>
          </p:cNvPr>
          <p:cNvPicPr>
            <a:picLocks noChangeAspect="1"/>
          </p:cNvPicPr>
          <p:nvPr/>
        </p:nvPicPr>
        <p:blipFill>
          <a:blip r:embed="rId3"/>
          <a:stretch>
            <a:fillRect/>
          </a:stretch>
        </p:blipFill>
        <p:spPr>
          <a:xfrm>
            <a:off x="9674943" y="628268"/>
            <a:ext cx="2212258" cy="1087688"/>
          </a:xfrm>
          <a:prstGeom prst="rect">
            <a:avLst/>
          </a:prstGeom>
        </p:spPr>
      </p:pic>
    </p:spTree>
    <p:extLst>
      <p:ext uri="{BB962C8B-B14F-4D97-AF65-F5344CB8AC3E}">
        <p14:creationId xmlns:p14="http://schemas.microsoft.com/office/powerpoint/2010/main" val="18064932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485273" y="365125"/>
            <a:ext cx="10515600" cy="118064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Gill Sans"/>
              <a:buNone/>
            </a:pPr>
            <a:r>
              <a:rPr lang="en-IN" sz="4400" b="1" dirty="0"/>
              <a:t>SIMPLE</a:t>
            </a:r>
            <a:endParaRPr sz="4400" b="1" dirty="0"/>
          </a:p>
        </p:txBody>
      </p:sp>
      <p:sp>
        <p:nvSpPr>
          <p:cNvPr id="126" name="Google Shape;126;p15"/>
          <p:cNvSpPr txBox="1">
            <a:spLocks noGrp="1"/>
          </p:cNvSpPr>
          <p:nvPr>
            <p:ph type="body" idx="1"/>
          </p:nvPr>
        </p:nvSpPr>
        <p:spPr>
          <a:xfrm>
            <a:off x="613610" y="1861086"/>
            <a:ext cx="10515600" cy="4294903"/>
          </a:xfrm>
          <a:prstGeom prst="rect">
            <a:avLst/>
          </a:prstGeom>
          <a:noFill/>
          <a:ln>
            <a:noFill/>
          </a:ln>
        </p:spPr>
        <p:txBody>
          <a:bodyPr spcFirstLastPara="1" wrap="square" lIns="91425" tIns="45700" rIns="91425" bIns="45700" anchor="t" anchorCtr="0">
            <a:normAutofit/>
          </a:bodyPr>
          <a:lstStyle/>
          <a:p>
            <a:pPr fontAlgn="base">
              <a:lnSpc>
                <a:spcPct val="160000"/>
              </a:lnSpc>
              <a:spcBef>
                <a:spcPts val="0"/>
              </a:spcBef>
            </a:pPr>
            <a:r>
              <a:rPr lang="en-US" sz="2200" dirty="0">
                <a:solidFill>
                  <a:srgbClr val="0070C0"/>
                </a:solidFill>
                <a:latin typeface="Gill Sans" panose="020B0604020202020204" charset="0"/>
              </a:rPr>
              <a:t>Simpler than C++.</a:t>
            </a:r>
          </a:p>
          <a:p>
            <a:pPr fontAlgn="base">
              <a:lnSpc>
                <a:spcPct val="160000"/>
              </a:lnSpc>
              <a:spcBef>
                <a:spcPts val="0"/>
              </a:spcBef>
            </a:pPr>
            <a:r>
              <a:rPr lang="en-US" sz="2200" dirty="0">
                <a:solidFill>
                  <a:srgbClr val="0070C0"/>
                </a:solidFill>
                <a:latin typeface="Gill Sans" panose="020B0604020202020204" charset="0"/>
              </a:rPr>
              <a:t>Many keywords have been eliminated.</a:t>
            </a:r>
          </a:p>
          <a:p>
            <a:pPr fontAlgn="base">
              <a:lnSpc>
                <a:spcPct val="160000"/>
              </a:lnSpc>
              <a:spcBef>
                <a:spcPts val="0"/>
              </a:spcBef>
            </a:pPr>
            <a:r>
              <a:rPr lang="en-US" sz="2200" dirty="0">
                <a:solidFill>
                  <a:srgbClr val="0070C0"/>
                </a:solidFill>
                <a:latin typeface="Gill Sans" panose="020B0604020202020204" charset="0"/>
              </a:rPr>
              <a:t>Rich API.</a:t>
            </a:r>
          </a:p>
          <a:p>
            <a:pPr fontAlgn="base">
              <a:lnSpc>
                <a:spcPct val="160000"/>
              </a:lnSpc>
              <a:spcBef>
                <a:spcPts val="0"/>
              </a:spcBef>
            </a:pPr>
            <a:r>
              <a:rPr lang="en-US" sz="2200" dirty="0">
                <a:solidFill>
                  <a:srgbClr val="0070C0"/>
                </a:solidFill>
                <a:latin typeface="Gill Sans" panose="020B0604020202020204" charset="0"/>
              </a:rPr>
              <a:t>No operator Overloading</a:t>
            </a:r>
          </a:p>
          <a:p>
            <a:pPr fontAlgn="base">
              <a:lnSpc>
                <a:spcPct val="160000"/>
              </a:lnSpc>
              <a:spcBef>
                <a:spcPts val="0"/>
              </a:spcBef>
            </a:pPr>
            <a:r>
              <a:rPr lang="en-US" sz="2200" dirty="0">
                <a:solidFill>
                  <a:srgbClr val="0070C0"/>
                </a:solidFill>
                <a:latin typeface="Gill Sans" panose="020B0604020202020204" charset="0"/>
              </a:rPr>
              <a:t>No Pointers.</a:t>
            </a:r>
          </a:p>
          <a:p>
            <a:pPr fontAlgn="base">
              <a:lnSpc>
                <a:spcPct val="160000"/>
              </a:lnSpc>
              <a:spcBef>
                <a:spcPts val="0"/>
              </a:spcBef>
            </a:pPr>
            <a:r>
              <a:rPr lang="en-US" sz="2200" dirty="0">
                <a:solidFill>
                  <a:srgbClr val="0070C0"/>
                </a:solidFill>
                <a:latin typeface="Gill Sans" panose="020B0604020202020204" charset="0"/>
              </a:rPr>
              <a:t>No Structures.</a:t>
            </a:r>
          </a:p>
        </p:txBody>
      </p:sp>
      <p:pic>
        <p:nvPicPr>
          <p:cNvPr id="2" name="Picture 1">
            <a:extLst>
              <a:ext uri="{FF2B5EF4-FFF2-40B4-BE49-F238E27FC236}">
                <a16:creationId xmlns:a16="http://schemas.microsoft.com/office/drawing/2014/main" id="{26A89855-90AE-39B0-225E-4A6B24CBB18E}"/>
              </a:ext>
            </a:extLst>
          </p:cNvPr>
          <p:cNvPicPr>
            <a:picLocks noChangeAspect="1"/>
          </p:cNvPicPr>
          <p:nvPr/>
        </p:nvPicPr>
        <p:blipFill>
          <a:blip r:embed="rId3"/>
          <a:stretch>
            <a:fillRect/>
          </a:stretch>
        </p:blipFill>
        <p:spPr>
          <a:xfrm>
            <a:off x="9674943" y="628268"/>
            <a:ext cx="2212258" cy="1087688"/>
          </a:xfrm>
          <a:prstGeom prst="rect">
            <a:avLst/>
          </a:prstGeom>
        </p:spPr>
      </p:pic>
    </p:spTree>
    <p:extLst>
      <p:ext uri="{BB962C8B-B14F-4D97-AF65-F5344CB8AC3E}">
        <p14:creationId xmlns:p14="http://schemas.microsoft.com/office/powerpoint/2010/main" val="356110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485273" y="365125"/>
            <a:ext cx="10515600" cy="118064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Gill Sans"/>
              <a:buNone/>
            </a:pPr>
            <a:r>
              <a:rPr lang="en-IN" sz="4400" b="1" dirty="0"/>
              <a:t>PLATFORM INDEPENDENT</a:t>
            </a:r>
            <a:endParaRPr sz="4400" b="1" dirty="0"/>
          </a:p>
        </p:txBody>
      </p:sp>
      <p:sp>
        <p:nvSpPr>
          <p:cNvPr id="126" name="Google Shape;126;p15"/>
          <p:cNvSpPr txBox="1">
            <a:spLocks noGrp="1"/>
          </p:cNvSpPr>
          <p:nvPr>
            <p:ph type="body" idx="1"/>
          </p:nvPr>
        </p:nvSpPr>
        <p:spPr>
          <a:xfrm>
            <a:off x="613610" y="1861086"/>
            <a:ext cx="10515600" cy="4294903"/>
          </a:xfrm>
          <a:prstGeom prst="rect">
            <a:avLst/>
          </a:prstGeom>
          <a:noFill/>
          <a:ln>
            <a:noFill/>
          </a:ln>
        </p:spPr>
        <p:txBody>
          <a:bodyPr spcFirstLastPara="1" wrap="square" lIns="91425" tIns="45700" rIns="91425" bIns="45700" anchor="t" anchorCtr="0">
            <a:normAutofit/>
          </a:bodyPr>
          <a:lstStyle/>
          <a:p>
            <a:pPr marL="123444" indent="0" fontAlgn="base">
              <a:lnSpc>
                <a:spcPct val="160000"/>
              </a:lnSpc>
              <a:spcBef>
                <a:spcPts val="0"/>
              </a:spcBef>
              <a:buNone/>
            </a:pPr>
            <a:endParaRPr lang="en-US" sz="2200" dirty="0">
              <a:solidFill>
                <a:srgbClr val="0070C0"/>
              </a:solidFill>
              <a:latin typeface="Gill Sans" panose="020B0604020202020204" charset="0"/>
            </a:endParaRPr>
          </a:p>
        </p:txBody>
      </p:sp>
      <p:pic>
        <p:nvPicPr>
          <p:cNvPr id="2" name="Picture 1">
            <a:extLst>
              <a:ext uri="{FF2B5EF4-FFF2-40B4-BE49-F238E27FC236}">
                <a16:creationId xmlns:a16="http://schemas.microsoft.com/office/drawing/2014/main" id="{26A89855-90AE-39B0-225E-4A6B24CBB18E}"/>
              </a:ext>
            </a:extLst>
          </p:cNvPr>
          <p:cNvPicPr>
            <a:picLocks noChangeAspect="1"/>
          </p:cNvPicPr>
          <p:nvPr/>
        </p:nvPicPr>
        <p:blipFill>
          <a:blip r:embed="rId3"/>
          <a:stretch>
            <a:fillRect/>
          </a:stretch>
        </p:blipFill>
        <p:spPr>
          <a:xfrm>
            <a:off x="9674943" y="628268"/>
            <a:ext cx="2212258" cy="1087688"/>
          </a:xfrm>
          <a:prstGeom prst="rect">
            <a:avLst/>
          </a:prstGeom>
        </p:spPr>
      </p:pic>
      <p:pic>
        <p:nvPicPr>
          <p:cNvPr id="3" name="Google Shape;122;p22">
            <a:extLst>
              <a:ext uri="{FF2B5EF4-FFF2-40B4-BE49-F238E27FC236}">
                <a16:creationId xmlns:a16="http://schemas.microsoft.com/office/drawing/2014/main" id="{0F170A66-A4FC-DD5E-2741-BF0AB97A5079}"/>
              </a:ext>
            </a:extLst>
          </p:cNvPr>
          <p:cNvPicPr preferRelativeResize="0"/>
          <p:nvPr/>
        </p:nvPicPr>
        <p:blipFill>
          <a:blip r:embed="rId4">
            <a:alphaModFix/>
          </a:blip>
          <a:stretch>
            <a:fillRect/>
          </a:stretch>
        </p:blipFill>
        <p:spPr>
          <a:xfrm>
            <a:off x="829339" y="2062994"/>
            <a:ext cx="8488832" cy="3956805"/>
          </a:xfrm>
          <a:prstGeom prst="rect">
            <a:avLst/>
          </a:prstGeom>
          <a:noFill/>
          <a:ln>
            <a:noFill/>
          </a:ln>
        </p:spPr>
      </p:pic>
    </p:spTree>
    <p:extLst>
      <p:ext uri="{BB962C8B-B14F-4D97-AF65-F5344CB8AC3E}">
        <p14:creationId xmlns:p14="http://schemas.microsoft.com/office/powerpoint/2010/main" val="217125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485273" y="365125"/>
            <a:ext cx="10515600" cy="118064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Gill Sans"/>
              <a:buNone/>
            </a:pPr>
            <a:r>
              <a:rPr lang="en-IN" sz="4400" b="1" dirty="0"/>
              <a:t>PORTABLE</a:t>
            </a:r>
            <a:endParaRPr sz="4400" b="1" dirty="0"/>
          </a:p>
        </p:txBody>
      </p:sp>
      <p:sp>
        <p:nvSpPr>
          <p:cNvPr id="126" name="Google Shape;126;p15"/>
          <p:cNvSpPr txBox="1">
            <a:spLocks noGrp="1"/>
          </p:cNvSpPr>
          <p:nvPr>
            <p:ph type="body" idx="1"/>
          </p:nvPr>
        </p:nvSpPr>
        <p:spPr>
          <a:xfrm>
            <a:off x="613610" y="1861086"/>
            <a:ext cx="10515600" cy="4294903"/>
          </a:xfrm>
          <a:prstGeom prst="rect">
            <a:avLst/>
          </a:prstGeom>
          <a:noFill/>
          <a:ln>
            <a:noFill/>
          </a:ln>
        </p:spPr>
        <p:txBody>
          <a:bodyPr spcFirstLastPara="1" wrap="square" lIns="91425" tIns="45700" rIns="91425" bIns="45700" anchor="t" anchorCtr="0">
            <a:normAutofit/>
          </a:bodyPr>
          <a:lstStyle/>
          <a:p>
            <a:pPr marL="123444" indent="0" fontAlgn="base">
              <a:lnSpc>
                <a:spcPct val="160000"/>
              </a:lnSpc>
              <a:spcBef>
                <a:spcPts val="0"/>
              </a:spcBef>
              <a:buNone/>
            </a:pPr>
            <a:endParaRPr lang="en-US" sz="2200" dirty="0">
              <a:solidFill>
                <a:srgbClr val="0070C0"/>
              </a:solidFill>
              <a:latin typeface="Gill Sans" panose="020B0604020202020204" charset="0"/>
            </a:endParaRPr>
          </a:p>
        </p:txBody>
      </p:sp>
      <p:pic>
        <p:nvPicPr>
          <p:cNvPr id="2" name="Picture 1">
            <a:extLst>
              <a:ext uri="{FF2B5EF4-FFF2-40B4-BE49-F238E27FC236}">
                <a16:creationId xmlns:a16="http://schemas.microsoft.com/office/drawing/2014/main" id="{26A89855-90AE-39B0-225E-4A6B24CBB18E}"/>
              </a:ext>
            </a:extLst>
          </p:cNvPr>
          <p:cNvPicPr>
            <a:picLocks noChangeAspect="1"/>
          </p:cNvPicPr>
          <p:nvPr/>
        </p:nvPicPr>
        <p:blipFill>
          <a:blip r:embed="rId3"/>
          <a:stretch>
            <a:fillRect/>
          </a:stretch>
        </p:blipFill>
        <p:spPr>
          <a:xfrm>
            <a:off x="9674943" y="628268"/>
            <a:ext cx="2212258" cy="1087688"/>
          </a:xfrm>
          <a:prstGeom prst="rect">
            <a:avLst/>
          </a:prstGeom>
        </p:spPr>
      </p:pic>
      <p:pic>
        <p:nvPicPr>
          <p:cNvPr id="4" name="Google Shape;129;p23">
            <a:extLst>
              <a:ext uri="{FF2B5EF4-FFF2-40B4-BE49-F238E27FC236}">
                <a16:creationId xmlns:a16="http://schemas.microsoft.com/office/drawing/2014/main" id="{052B7D79-D078-A8C6-96B5-0F7EEFC19975}"/>
              </a:ext>
            </a:extLst>
          </p:cNvPr>
          <p:cNvPicPr preferRelativeResize="0"/>
          <p:nvPr/>
        </p:nvPicPr>
        <p:blipFill>
          <a:blip r:embed="rId4">
            <a:alphaModFix/>
          </a:blip>
          <a:stretch>
            <a:fillRect/>
          </a:stretch>
        </p:blipFill>
        <p:spPr>
          <a:xfrm>
            <a:off x="613610" y="1947024"/>
            <a:ext cx="8846076" cy="4294903"/>
          </a:xfrm>
          <a:prstGeom prst="rect">
            <a:avLst/>
          </a:prstGeom>
          <a:noFill/>
          <a:ln>
            <a:noFill/>
          </a:ln>
        </p:spPr>
      </p:pic>
    </p:spTree>
    <p:extLst>
      <p:ext uri="{BB962C8B-B14F-4D97-AF65-F5344CB8AC3E}">
        <p14:creationId xmlns:p14="http://schemas.microsoft.com/office/powerpoint/2010/main" val="3161524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485273" y="365125"/>
            <a:ext cx="10515600" cy="118064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Gill Sans"/>
              <a:buNone/>
            </a:pPr>
            <a:r>
              <a:rPr lang="en-IN" sz="4400" b="1" dirty="0"/>
              <a:t>ARCHITECTURE NEUTRAL</a:t>
            </a:r>
            <a:endParaRPr sz="4400" b="1" dirty="0"/>
          </a:p>
        </p:txBody>
      </p:sp>
      <p:sp>
        <p:nvSpPr>
          <p:cNvPr id="126" name="Google Shape;126;p15"/>
          <p:cNvSpPr txBox="1">
            <a:spLocks noGrp="1"/>
          </p:cNvSpPr>
          <p:nvPr>
            <p:ph type="body" idx="1"/>
          </p:nvPr>
        </p:nvSpPr>
        <p:spPr>
          <a:xfrm>
            <a:off x="613610" y="1861086"/>
            <a:ext cx="10515600" cy="4294903"/>
          </a:xfrm>
          <a:prstGeom prst="rect">
            <a:avLst/>
          </a:prstGeom>
          <a:noFill/>
          <a:ln>
            <a:noFill/>
          </a:ln>
        </p:spPr>
        <p:txBody>
          <a:bodyPr spcFirstLastPara="1" wrap="square" lIns="91425" tIns="45700" rIns="91425" bIns="45700" anchor="t" anchorCtr="0">
            <a:normAutofit/>
          </a:bodyPr>
          <a:lstStyle/>
          <a:p>
            <a:pPr marL="123444" indent="0" fontAlgn="base">
              <a:lnSpc>
                <a:spcPct val="160000"/>
              </a:lnSpc>
              <a:spcBef>
                <a:spcPts val="0"/>
              </a:spcBef>
              <a:buNone/>
            </a:pPr>
            <a:endParaRPr lang="en-US" sz="2200" dirty="0">
              <a:solidFill>
                <a:srgbClr val="0070C0"/>
              </a:solidFill>
              <a:latin typeface="Gill Sans" panose="020B0604020202020204" charset="0"/>
            </a:endParaRPr>
          </a:p>
        </p:txBody>
      </p:sp>
      <p:pic>
        <p:nvPicPr>
          <p:cNvPr id="2" name="Picture 1">
            <a:extLst>
              <a:ext uri="{FF2B5EF4-FFF2-40B4-BE49-F238E27FC236}">
                <a16:creationId xmlns:a16="http://schemas.microsoft.com/office/drawing/2014/main" id="{26A89855-90AE-39B0-225E-4A6B24CBB18E}"/>
              </a:ext>
            </a:extLst>
          </p:cNvPr>
          <p:cNvPicPr>
            <a:picLocks noChangeAspect="1"/>
          </p:cNvPicPr>
          <p:nvPr/>
        </p:nvPicPr>
        <p:blipFill>
          <a:blip r:embed="rId3"/>
          <a:stretch>
            <a:fillRect/>
          </a:stretch>
        </p:blipFill>
        <p:spPr>
          <a:xfrm>
            <a:off x="9674943" y="628268"/>
            <a:ext cx="2212258" cy="1087688"/>
          </a:xfrm>
          <a:prstGeom prst="rect">
            <a:avLst/>
          </a:prstGeom>
        </p:spPr>
      </p:pic>
      <p:pic>
        <p:nvPicPr>
          <p:cNvPr id="3" name="Google Shape;136;p24">
            <a:extLst>
              <a:ext uri="{FF2B5EF4-FFF2-40B4-BE49-F238E27FC236}">
                <a16:creationId xmlns:a16="http://schemas.microsoft.com/office/drawing/2014/main" id="{D39727DD-A613-40BC-44B1-13344287D7EF}"/>
              </a:ext>
            </a:extLst>
          </p:cNvPr>
          <p:cNvPicPr preferRelativeResize="0"/>
          <p:nvPr/>
        </p:nvPicPr>
        <p:blipFill>
          <a:blip r:embed="rId4">
            <a:alphaModFix/>
          </a:blip>
          <a:stretch>
            <a:fillRect/>
          </a:stretch>
        </p:blipFill>
        <p:spPr>
          <a:xfrm>
            <a:off x="714472" y="1979681"/>
            <a:ext cx="10515600" cy="4176307"/>
          </a:xfrm>
          <a:prstGeom prst="rect">
            <a:avLst/>
          </a:prstGeom>
          <a:noFill/>
          <a:ln>
            <a:noFill/>
          </a:ln>
        </p:spPr>
      </p:pic>
    </p:spTree>
    <p:extLst>
      <p:ext uri="{BB962C8B-B14F-4D97-AF65-F5344CB8AC3E}">
        <p14:creationId xmlns:p14="http://schemas.microsoft.com/office/powerpoint/2010/main" val="1719227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485273" y="365125"/>
            <a:ext cx="10515600" cy="118064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Gill Sans"/>
              <a:buNone/>
            </a:pPr>
            <a:r>
              <a:rPr lang="en-IN" sz="4400" b="1" dirty="0"/>
              <a:t>MULTITHREADED</a:t>
            </a:r>
            <a:endParaRPr sz="4400" b="1" dirty="0"/>
          </a:p>
        </p:txBody>
      </p:sp>
      <p:sp>
        <p:nvSpPr>
          <p:cNvPr id="126" name="Google Shape;126;p15"/>
          <p:cNvSpPr txBox="1">
            <a:spLocks noGrp="1"/>
          </p:cNvSpPr>
          <p:nvPr>
            <p:ph type="body" idx="1"/>
          </p:nvPr>
        </p:nvSpPr>
        <p:spPr>
          <a:xfrm>
            <a:off x="613610" y="1861086"/>
            <a:ext cx="10515600" cy="4294903"/>
          </a:xfrm>
          <a:prstGeom prst="rect">
            <a:avLst/>
          </a:prstGeom>
          <a:noFill/>
          <a:ln>
            <a:noFill/>
          </a:ln>
        </p:spPr>
        <p:txBody>
          <a:bodyPr spcFirstLastPara="1" wrap="square" lIns="91425" tIns="45700" rIns="91425" bIns="45700" anchor="t" anchorCtr="0">
            <a:normAutofit/>
          </a:bodyPr>
          <a:lstStyle/>
          <a:p>
            <a:pPr marL="123444" indent="0" fontAlgn="base">
              <a:lnSpc>
                <a:spcPct val="160000"/>
              </a:lnSpc>
              <a:spcBef>
                <a:spcPts val="0"/>
              </a:spcBef>
              <a:buNone/>
            </a:pPr>
            <a:endParaRPr lang="en-US" sz="2200" dirty="0">
              <a:solidFill>
                <a:srgbClr val="0070C0"/>
              </a:solidFill>
              <a:latin typeface="Gill Sans" panose="020B0604020202020204" charset="0"/>
            </a:endParaRPr>
          </a:p>
        </p:txBody>
      </p:sp>
      <p:pic>
        <p:nvPicPr>
          <p:cNvPr id="2" name="Picture 1">
            <a:extLst>
              <a:ext uri="{FF2B5EF4-FFF2-40B4-BE49-F238E27FC236}">
                <a16:creationId xmlns:a16="http://schemas.microsoft.com/office/drawing/2014/main" id="{26A89855-90AE-39B0-225E-4A6B24CBB18E}"/>
              </a:ext>
            </a:extLst>
          </p:cNvPr>
          <p:cNvPicPr>
            <a:picLocks noChangeAspect="1"/>
          </p:cNvPicPr>
          <p:nvPr/>
        </p:nvPicPr>
        <p:blipFill>
          <a:blip r:embed="rId3"/>
          <a:stretch>
            <a:fillRect/>
          </a:stretch>
        </p:blipFill>
        <p:spPr>
          <a:xfrm>
            <a:off x="9674943" y="628268"/>
            <a:ext cx="2212258" cy="1087688"/>
          </a:xfrm>
          <a:prstGeom prst="rect">
            <a:avLst/>
          </a:prstGeom>
        </p:spPr>
      </p:pic>
      <p:pic>
        <p:nvPicPr>
          <p:cNvPr id="4" name="Google Shape;143;p25">
            <a:extLst>
              <a:ext uri="{FF2B5EF4-FFF2-40B4-BE49-F238E27FC236}">
                <a16:creationId xmlns:a16="http://schemas.microsoft.com/office/drawing/2014/main" id="{8011F22B-6AA8-BE3D-693F-D0EC3D547D90}"/>
              </a:ext>
            </a:extLst>
          </p:cNvPr>
          <p:cNvPicPr preferRelativeResize="0"/>
          <p:nvPr/>
        </p:nvPicPr>
        <p:blipFill>
          <a:blip r:embed="rId4">
            <a:alphaModFix/>
          </a:blip>
          <a:stretch>
            <a:fillRect/>
          </a:stretch>
        </p:blipFill>
        <p:spPr>
          <a:xfrm>
            <a:off x="714495" y="1947025"/>
            <a:ext cx="10160333" cy="4354094"/>
          </a:xfrm>
          <a:prstGeom prst="rect">
            <a:avLst/>
          </a:prstGeom>
          <a:noFill/>
          <a:ln>
            <a:noFill/>
          </a:ln>
        </p:spPr>
      </p:pic>
    </p:spTree>
    <p:extLst>
      <p:ext uri="{BB962C8B-B14F-4D97-AF65-F5344CB8AC3E}">
        <p14:creationId xmlns:p14="http://schemas.microsoft.com/office/powerpoint/2010/main" val="33932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485273" y="365125"/>
            <a:ext cx="10515600" cy="118064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Gill Sans"/>
              <a:buNone/>
            </a:pPr>
            <a:r>
              <a:rPr lang="en-IN" sz="4400" b="1" dirty="0"/>
              <a:t>SECURED</a:t>
            </a:r>
            <a:endParaRPr sz="4400" b="1" dirty="0"/>
          </a:p>
        </p:txBody>
      </p:sp>
      <p:sp>
        <p:nvSpPr>
          <p:cNvPr id="126" name="Google Shape;126;p15"/>
          <p:cNvSpPr txBox="1">
            <a:spLocks noGrp="1"/>
          </p:cNvSpPr>
          <p:nvPr>
            <p:ph type="body" idx="1"/>
          </p:nvPr>
        </p:nvSpPr>
        <p:spPr>
          <a:xfrm>
            <a:off x="613610" y="1861086"/>
            <a:ext cx="10515600" cy="4294903"/>
          </a:xfrm>
          <a:prstGeom prst="rect">
            <a:avLst/>
          </a:prstGeom>
          <a:noFill/>
          <a:ln>
            <a:noFill/>
          </a:ln>
        </p:spPr>
        <p:txBody>
          <a:bodyPr spcFirstLastPara="1" wrap="square" lIns="91425" tIns="45700" rIns="91425" bIns="45700" anchor="t" anchorCtr="0">
            <a:normAutofit lnSpcReduction="10000"/>
          </a:bodyPr>
          <a:lstStyle/>
          <a:p>
            <a:pPr fontAlgn="base">
              <a:lnSpc>
                <a:spcPct val="160000"/>
              </a:lnSpc>
              <a:spcBef>
                <a:spcPts val="0"/>
              </a:spcBef>
              <a:buFont typeface="Wingdings" panose="05000000000000000000" pitchFamily="2" charset="2"/>
              <a:buChar char="q"/>
            </a:pPr>
            <a:r>
              <a:rPr lang="en-US" sz="2200" dirty="0">
                <a:solidFill>
                  <a:srgbClr val="0070C0"/>
                </a:solidFill>
                <a:latin typeface="Gill Sans" panose="020B0604020202020204" charset="0"/>
              </a:rPr>
              <a:t>Security is everybody’s prime concern in today’s world.</a:t>
            </a:r>
          </a:p>
          <a:p>
            <a:pPr fontAlgn="base">
              <a:lnSpc>
                <a:spcPct val="160000"/>
              </a:lnSpc>
              <a:spcBef>
                <a:spcPts val="0"/>
              </a:spcBef>
              <a:buFont typeface="Wingdings" panose="05000000000000000000" pitchFamily="2" charset="2"/>
              <a:buChar char="q"/>
            </a:pPr>
            <a:r>
              <a:rPr lang="en-US" sz="2200" dirty="0">
                <a:solidFill>
                  <a:srgbClr val="0070C0"/>
                </a:solidFill>
                <a:latin typeface="Gill Sans" panose="020B0604020202020204" charset="0"/>
              </a:rPr>
              <a:t>Java, unlike other languages, runs all of its programs inside a sandbox of its own called the Java Virtual Machine.</a:t>
            </a:r>
          </a:p>
          <a:p>
            <a:pPr fontAlgn="base">
              <a:lnSpc>
                <a:spcPct val="160000"/>
              </a:lnSpc>
              <a:spcBef>
                <a:spcPts val="0"/>
              </a:spcBef>
              <a:buFont typeface="Wingdings" panose="05000000000000000000" pitchFamily="2" charset="2"/>
              <a:buChar char="q"/>
            </a:pPr>
            <a:r>
              <a:rPr lang="en-US" sz="2200" dirty="0">
                <a:solidFill>
                  <a:srgbClr val="0070C0"/>
                </a:solidFill>
                <a:latin typeface="Gill Sans" panose="020B0604020202020204" charset="0"/>
              </a:rPr>
              <a:t>So that any errors or crashes do not harm the external operating system, thus making it secure and efficient at the same time. </a:t>
            </a:r>
          </a:p>
          <a:p>
            <a:pPr fontAlgn="base">
              <a:lnSpc>
                <a:spcPct val="160000"/>
              </a:lnSpc>
              <a:spcBef>
                <a:spcPts val="0"/>
              </a:spcBef>
              <a:buFont typeface="Wingdings" panose="05000000000000000000" pitchFamily="2" charset="2"/>
              <a:buChar char="q"/>
            </a:pPr>
            <a:r>
              <a:rPr lang="en-US" sz="2200" dirty="0">
                <a:solidFill>
                  <a:srgbClr val="0070C0"/>
                </a:solidFill>
                <a:latin typeface="Gill Sans" panose="020B0604020202020204" charset="0"/>
              </a:rPr>
              <a:t>The </a:t>
            </a:r>
            <a:r>
              <a:rPr lang="en-US" sz="2200" dirty="0" err="1">
                <a:solidFill>
                  <a:srgbClr val="0070C0"/>
                </a:solidFill>
                <a:latin typeface="Gill Sans" panose="020B0604020202020204" charset="0"/>
              </a:rPr>
              <a:t>ClassLoader</a:t>
            </a:r>
            <a:r>
              <a:rPr lang="en-US" sz="2200" dirty="0">
                <a:solidFill>
                  <a:srgbClr val="0070C0"/>
                </a:solidFill>
                <a:latin typeface="Gill Sans" panose="020B0604020202020204" charset="0"/>
              </a:rPr>
              <a:t> dynamically allocates the classes defined in the program to the Java Runtime environment by separating the classes that are local to the machine and those that are imported from other network sources.</a:t>
            </a:r>
          </a:p>
          <a:p>
            <a:pPr marL="123444" indent="0" fontAlgn="base">
              <a:lnSpc>
                <a:spcPct val="160000"/>
              </a:lnSpc>
              <a:spcBef>
                <a:spcPts val="0"/>
              </a:spcBef>
              <a:buNone/>
            </a:pPr>
            <a:endParaRPr lang="en-US" sz="2200" dirty="0">
              <a:solidFill>
                <a:srgbClr val="0070C0"/>
              </a:solidFill>
              <a:latin typeface="Gill Sans" panose="020B0604020202020204" charset="0"/>
            </a:endParaRPr>
          </a:p>
        </p:txBody>
      </p:sp>
      <p:pic>
        <p:nvPicPr>
          <p:cNvPr id="2" name="Picture 1">
            <a:extLst>
              <a:ext uri="{FF2B5EF4-FFF2-40B4-BE49-F238E27FC236}">
                <a16:creationId xmlns:a16="http://schemas.microsoft.com/office/drawing/2014/main" id="{26A89855-90AE-39B0-225E-4A6B24CBB18E}"/>
              </a:ext>
            </a:extLst>
          </p:cNvPr>
          <p:cNvPicPr>
            <a:picLocks noChangeAspect="1"/>
          </p:cNvPicPr>
          <p:nvPr/>
        </p:nvPicPr>
        <p:blipFill>
          <a:blip r:embed="rId3"/>
          <a:stretch>
            <a:fillRect/>
          </a:stretch>
        </p:blipFill>
        <p:spPr>
          <a:xfrm>
            <a:off x="9674943" y="628268"/>
            <a:ext cx="2212258" cy="1087688"/>
          </a:xfrm>
          <a:prstGeom prst="rect">
            <a:avLst/>
          </a:prstGeom>
        </p:spPr>
      </p:pic>
    </p:spTree>
    <p:extLst>
      <p:ext uri="{BB962C8B-B14F-4D97-AF65-F5344CB8AC3E}">
        <p14:creationId xmlns:p14="http://schemas.microsoft.com/office/powerpoint/2010/main" val="1679877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485273" y="365125"/>
            <a:ext cx="10515600" cy="118064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Gill Sans"/>
              <a:buNone/>
            </a:pPr>
            <a:r>
              <a:rPr lang="en-IN" sz="4400" b="1" dirty="0"/>
              <a:t>ROBUST</a:t>
            </a:r>
            <a:endParaRPr sz="4400" b="1" dirty="0"/>
          </a:p>
        </p:txBody>
      </p:sp>
      <p:sp>
        <p:nvSpPr>
          <p:cNvPr id="126" name="Google Shape;126;p15"/>
          <p:cNvSpPr txBox="1">
            <a:spLocks noGrp="1"/>
          </p:cNvSpPr>
          <p:nvPr>
            <p:ph type="body" idx="1"/>
          </p:nvPr>
        </p:nvSpPr>
        <p:spPr>
          <a:xfrm>
            <a:off x="613610" y="1861086"/>
            <a:ext cx="10515600" cy="4294903"/>
          </a:xfrm>
          <a:prstGeom prst="rect">
            <a:avLst/>
          </a:prstGeom>
          <a:noFill/>
          <a:ln>
            <a:noFill/>
          </a:ln>
        </p:spPr>
        <p:txBody>
          <a:bodyPr spcFirstLastPara="1" wrap="square" lIns="91425" tIns="45700" rIns="91425" bIns="45700" anchor="t" anchorCtr="0">
            <a:normAutofit/>
          </a:bodyPr>
          <a:lstStyle/>
          <a:p>
            <a:pPr marL="123444" indent="0" fontAlgn="base">
              <a:lnSpc>
                <a:spcPct val="160000"/>
              </a:lnSpc>
              <a:spcBef>
                <a:spcPts val="0"/>
              </a:spcBef>
              <a:buNone/>
            </a:pPr>
            <a:endParaRPr lang="en-US" sz="2200" dirty="0">
              <a:solidFill>
                <a:srgbClr val="0070C0"/>
              </a:solidFill>
              <a:latin typeface="Gill Sans" panose="020B0604020202020204" charset="0"/>
            </a:endParaRPr>
          </a:p>
        </p:txBody>
      </p:sp>
      <p:pic>
        <p:nvPicPr>
          <p:cNvPr id="2" name="Picture 1">
            <a:extLst>
              <a:ext uri="{FF2B5EF4-FFF2-40B4-BE49-F238E27FC236}">
                <a16:creationId xmlns:a16="http://schemas.microsoft.com/office/drawing/2014/main" id="{26A89855-90AE-39B0-225E-4A6B24CBB18E}"/>
              </a:ext>
            </a:extLst>
          </p:cNvPr>
          <p:cNvPicPr>
            <a:picLocks noChangeAspect="1"/>
          </p:cNvPicPr>
          <p:nvPr/>
        </p:nvPicPr>
        <p:blipFill>
          <a:blip r:embed="rId3"/>
          <a:stretch>
            <a:fillRect/>
          </a:stretch>
        </p:blipFill>
        <p:spPr>
          <a:xfrm>
            <a:off x="9674943" y="628268"/>
            <a:ext cx="2212258" cy="1087688"/>
          </a:xfrm>
          <a:prstGeom prst="rect">
            <a:avLst/>
          </a:prstGeom>
        </p:spPr>
      </p:pic>
      <p:pic>
        <p:nvPicPr>
          <p:cNvPr id="3" name="Google Shape;156;p27">
            <a:extLst>
              <a:ext uri="{FF2B5EF4-FFF2-40B4-BE49-F238E27FC236}">
                <a16:creationId xmlns:a16="http://schemas.microsoft.com/office/drawing/2014/main" id="{C52F9638-8BFE-CC5A-CE7F-57EE91E07F31}"/>
              </a:ext>
            </a:extLst>
          </p:cNvPr>
          <p:cNvPicPr preferRelativeResize="0"/>
          <p:nvPr/>
        </p:nvPicPr>
        <p:blipFill>
          <a:blip r:embed="rId4">
            <a:alphaModFix/>
          </a:blip>
          <a:stretch>
            <a:fillRect/>
          </a:stretch>
        </p:blipFill>
        <p:spPr>
          <a:xfrm>
            <a:off x="613610" y="1861086"/>
            <a:ext cx="10515600" cy="4376428"/>
          </a:xfrm>
          <a:prstGeom prst="rect">
            <a:avLst/>
          </a:prstGeom>
          <a:noFill/>
          <a:ln>
            <a:noFill/>
          </a:ln>
        </p:spPr>
      </p:pic>
    </p:spTree>
    <p:extLst>
      <p:ext uri="{BB962C8B-B14F-4D97-AF65-F5344CB8AC3E}">
        <p14:creationId xmlns:p14="http://schemas.microsoft.com/office/powerpoint/2010/main" val="3671904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485273" y="365125"/>
            <a:ext cx="10515600" cy="118064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Gill Sans"/>
              <a:buNone/>
            </a:pPr>
            <a:r>
              <a:rPr lang="en-IN" sz="4400" b="1" dirty="0"/>
              <a:t>DISTRIBUTED</a:t>
            </a:r>
            <a:endParaRPr sz="4400" b="1" dirty="0"/>
          </a:p>
        </p:txBody>
      </p:sp>
      <p:sp>
        <p:nvSpPr>
          <p:cNvPr id="126" name="Google Shape;126;p15"/>
          <p:cNvSpPr txBox="1">
            <a:spLocks noGrp="1"/>
          </p:cNvSpPr>
          <p:nvPr>
            <p:ph type="body" idx="1"/>
          </p:nvPr>
        </p:nvSpPr>
        <p:spPr>
          <a:xfrm>
            <a:off x="613610" y="1861086"/>
            <a:ext cx="10515600" cy="4294903"/>
          </a:xfrm>
          <a:prstGeom prst="rect">
            <a:avLst/>
          </a:prstGeom>
          <a:noFill/>
          <a:ln>
            <a:noFill/>
          </a:ln>
        </p:spPr>
        <p:txBody>
          <a:bodyPr spcFirstLastPara="1" wrap="square" lIns="91425" tIns="45700" rIns="91425" bIns="45700" anchor="t" anchorCtr="0">
            <a:normAutofit/>
          </a:bodyPr>
          <a:lstStyle/>
          <a:p>
            <a:pPr fontAlgn="base">
              <a:lnSpc>
                <a:spcPct val="160000"/>
              </a:lnSpc>
              <a:spcBef>
                <a:spcPts val="0"/>
              </a:spcBef>
              <a:buFont typeface="Wingdings" panose="05000000000000000000" pitchFamily="2" charset="2"/>
              <a:buChar char="q"/>
            </a:pPr>
            <a:r>
              <a:rPr lang="en-US" sz="2200" dirty="0">
                <a:solidFill>
                  <a:srgbClr val="0070C0"/>
                </a:solidFill>
                <a:latin typeface="Gill Sans" panose="020B0604020202020204" charset="0"/>
              </a:rPr>
              <a:t>Java provides a set of APIs which allows user to develop distributed applications.</a:t>
            </a:r>
          </a:p>
          <a:p>
            <a:pPr fontAlgn="base">
              <a:lnSpc>
                <a:spcPct val="160000"/>
              </a:lnSpc>
              <a:spcBef>
                <a:spcPts val="0"/>
              </a:spcBef>
              <a:buFont typeface="Wingdings" panose="05000000000000000000" pitchFamily="2" charset="2"/>
              <a:buChar char="q"/>
            </a:pPr>
            <a:r>
              <a:rPr lang="en-US" sz="2200" dirty="0">
                <a:solidFill>
                  <a:srgbClr val="0070C0"/>
                </a:solidFill>
                <a:latin typeface="Gill Sans" panose="020B0604020202020204" charset="0"/>
              </a:rPr>
              <a:t>It means java language is used for developing distributed applications whose resources are shared by more than one client.</a:t>
            </a:r>
          </a:p>
          <a:p>
            <a:pPr fontAlgn="base">
              <a:lnSpc>
                <a:spcPct val="160000"/>
              </a:lnSpc>
              <a:spcBef>
                <a:spcPts val="0"/>
              </a:spcBef>
              <a:buFont typeface="Wingdings" panose="05000000000000000000" pitchFamily="2" charset="2"/>
              <a:buChar char="q"/>
            </a:pPr>
            <a:r>
              <a:rPr lang="en-US" sz="2200" dirty="0">
                <a:solidFill>
                  <a:srgbClr val="0070C0"/>
                </a:solidFill>
                <a:latin typeface="Gill Sans" panose="020B0604020202020204" charset="0"/>
              </a:rPr>
              <a:t>An application or program whose resources are shared by more than one client is called a distributed application.</a:t>
            </a:r>
          </a:p>
          <a:p>
            <a:pPr fontAlgn="base">
              <a:lnSpc>
                <a:spcPct val="160000"/>
              </a:lnSpc>
              <a:spcBef>
                <a:spcPts val="0"/>
              </a:spcBef>
              <a:buFont typeface="Wingdings" panose="05000000000000000000" pitchFamily="2" charset="2"/>
              <a:buChar char="q"/>
            </a:pPr>
            <a:r>
              <a:rPr lang="en-US" sz="2200" dirty="0">
                <a:solidFill>
                  <a:srgbClr val="0070C0"/>
                </a:solidFill>
                <a:latin typeface="Gill Sans" panose="020B0604020202020204" charset="0"/>
              </a:rPr>
              <a:t>As java is used for developing such applications so java is a distributed programming language.</a:t>
            </a:r>
          </a:p>
        </p:txBody>
      </p:sp>
      <p:pic>
        <p:nvPicPr>
          <p:cNvPr id="2" name="Picture 1">
            <a:extLst>
              <a:ext uri="{FF2B5EF4-FFF2-40B4-BE49-F238E27FC236}">
                <a16:creationId xmlns:a16="http://schemas.microsoft.com/office/drawing/2014/main" id="{26A89855-90AE-39B0-225E-4A6B24CBB18E}"/>
              </a:ext>
            </a:extLst>
          </p:cNvPr>
          <p:cNvPicPr>
            <a:picLocks noChangeAspect="1"/>
          </p:cNvPicPr>
          <p:nvPr/>
        </p:nvPicPr>
        <p:blipFill>
          <a:blip r:embed="rId3"/>
          <a:stretch>
            <a:fillRect/>
          </a:stretch>
        </p:blipFill>
        <p:spPr>
          <a:xfrm>
            <a:off x="9674943" y="628268"/>
            <a:ext cx="2212258" cy="1087688"/>
          </a:xfrm>
          <a:prstGeom prst="rect">
            <a:avLst/>
          </a:prstGeom>
        </p:spPr>
      </p:pic>
    </p:spTree>
    <p:extLst>
      <p:ext uri="{BB962C8B-B14F-4D97-AF65-F5344CB8AC3E}">
        <p14:creationId xmlns:p14="http://schemas.microsoft.com/office/powerpoint/2010/main" val="66534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485273" y="365125"/>
            <a:ext cx="10515600" cy="118064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Gill Sans"/>
              <a:buNone/>
            </a:pPr>
            <a:r>
              <a:rPr lang="en-IN" sz="4400" b="1" dirty="0"/>
              <a:t>OOPS</a:t>
            </a:r>
            <a:endParaRPr sz="4400" b="1" dirty="0"/>
          </a:p>
        </p:txBody>
      </p:sp>
      <p:sp>
        <p:nvSpPr>
          <p:cNvPr id="126" name="Google Shape;126;p15"/>
          <p:cNvSpPr txBox="1">
            <a:spLocks noGrp="1"/>
          </p:cNvSpPr>
          <p:nvPr>
            <p:ph type="body" idx="1"/>
          </p:nvPr>
        </p:nvSpPr>
        <p:spPr>
          <a:xfrm>
            <a:off x="613610" y="1861086"/>
            <a:ext cx="10515600" cy="4294903"/>
          </a:xfrm>
          <a:prstGeom prst="rect">
            <a:avLst/>
          </a:prstGeom>
          <a:noFill/>
          <a:ln>
            <a:noFill/>
          </a:ln>
        </p:spPr>
        <p:txBody>
          <a:bodyPr spcFirstLastPara="1" wrap="square" lIns="91425" tIns="45700" rIns="91425" bIns="45700" anchor="t" anchorCtr="0">
            <a:normAutofit lnSpcReduction="10000"/>
          </a:bodyPr>
          <a:lstStyle/>
          <a:p>
            <a:pPr fontAlgn="base">
              <a:lnSpc>
                <a:spcPct val="160000"/>
              </a:lnSpc>
              <a:spcBef>
                <a:spcPts val="0"/>
              </a:spcBef>
              <a:buFont typeface="Wingdings" panose="05000000000000000000" pitchFamily="2" charset="2"/>
              <a:buChar char="q"/>
            </a:pPr>
            <a:r>
              <a:rPr lang="en-US" sz="2200" dirty="0">
                <a:solidFill>
                  <a:srgbClr val="0070C0"/>
                </a:solidFill>
                <a:latin typeface="Gill Sans" panose="020B0604020202020204" charset="0"/>
              </a:rPr>
              <a:t>Class</a:t>
            </a:r>
          </a:p>
          <a:p>
            <a:pPr fontAlgn="base">
              <a:lnSpc>
                <a:spcPct val="160000"/>
              </a:lnSpc>
              <a:spcBef>
                <a:spcPts val="0"/>
              </a:spcBef>
              <a:buFont typeface="Wingdings" panose="05000000000000000000" pitchFamily="2" charset="2"/>
              <a:buChar char="q"/>
            </a:pPr>
            <a:r>
              <a:rPr lang="en-US" sz="2200" dirty="0">
                <a:solidFill>
                  <a:srgbClr val="0070C0"/>
                </a:solidFill>
                <a:latin typeface="Gill Sans" panose="020B0604020202020204" charset="0"/>
              </a:rPr>
              <a:t>Object</a:t>
            </a:r>
          </a:p>
          <a:p>
            <a:pPr fontAlgn="base">
              <a:lnSpc>
                <a:spcPct val="160000"/>
              </a:lnSpc>
              <a:spcBef>
                <a:spcPts val="0"/>
              </a:spcBef>
              <a:buFont typeface="Wingdings" panose="05000000000000000000" pitchFamily="2" charset="2"/>
              <a:buChar char="q"/>
            </a:pPr>
            <a:r>
              <a:rPr lang="en-US" sz="2200" dirty="0">
                <a:solidFill>
                  <a:srgbClr val="0070C0"/>
                </a:solidFill>
                <a:latin typeface="Gill Sans" panose="020B0604020202020204" charset="0"/>
              </a:rPr>
              <a:t>Inheritance</a:t>
            </a:r>
          </a:p>
          <a:p>
            <a:pPr fontAlgn="base">
              <a:lnSpc>
                <a:spcPct val="160000"/>
              </a:lnSpc>
              <a:spcBef>
                <a:spcPts val="0"/>
              </a:spcBef>
              <a:buFont typeface="Wingdings" panose="05000000000000000000" pitchFamily="2" charset="2"/>
              <a:buChar char="q"/>
            </a:pPr>
            <a:r>
              <a:rPr lang="en-US" sz="2200" dirty="0">
                <a:solidFill>
                  <a:srgbClr val="0070C0"/>
                </a:solidFill>
                <a:latin typeface="Gill Sans" panose="020B0604020202020204" charset="0"/>
              </a:rPr>
              <a:t>Abstraction</a:t>
            </a:r>
          </a:p>
          <a:p>
            <a:pPr fontAlgn="base">
              <a:lnSpc>
                <a:spcPct val="160000"/>
              </a:lnSpc>
              <a:spcBef>
                <a:spcPts val="0"/>
              </a:spcBef>
              <a:buFont typeface="Wingdings" panose="05000000000000000000" pitchFamily="2" charset="2"/>
              <a:buChar char="q"/>
            </a:pPr>
            <a:r>
              <a:rPr lang="en-US" sz="2200" dirty="0">
                <a:solidFill>
                  <a:srgbClr val="0070C0"/>
                </a:solidFill>
                <a:latin typeface="Gill Sans" panose="020B0604020202020204" charset="0"/>
              </a:rPr>
              <a:t>Encapsulation</a:t>
            </a:r>
          </a:p>
          <a:p>
            <a:pPr fontAlgn="base">
              <a:lnSpc>
                <a:spcPct val="160000"/>
              </a:lnSpc>
              <a:spcBef>
                <a:spcPts val="0"/>
              </a:spcBef>
              <a:buFont typeface="Wingdings" panose="05000000000000000000" pitchFamily="2" charset="2"/>
              <a:buChar char="q"/>
            </a:pPr>
            <a:r>
              <a:rPr lang="en-US" sz="2200" dirty="0">
                <a:solidFill>
                  <a:srgbClr val="0070C0"/>
                </a:solidFill>
                <a:latin typeface="Gill Sans" panose="020B0604020202020204" charset="0"/>
              </a:rPr>
              <a:t>Polymorphism</a:t>
            </a:r>
          </a:p>
          <a:p>
            <a:pPr fontAlgn="base">
              <a:lnSpc>
                <a:spcPct val="160000"/>
              </a:lnSpc>
              <a:spcBef>
                <a:spcPts val="0"/>
              </a:spcBef>
              <a:buFont typeface="Wingdings" panose="05000000000000000000" pitchFamily="2" charset="2"/>
              <a:buChar char="q"/>
            </a:pPr>
            <a:r>
              <a:rPr lang="en-US" sz="2200" dirty="0">
                <a:solidFill>
                  <a:srgbClr val="0070C0"/>
                </a:solidFill>
                <a:latin typeface="Gill Sans" panose="020B0604020202020204" charset="0"/>
              </a:rPr>
              <a:t>Message passing</a:t>
            </a:r>
          </a:p>
          <a:p>
            <a:pPr fontAlgn="base">
              <a:lnSpc>
                <a:spcPct val="160000"/>
              </a:lnSpc>
              <a:spcBef>
                <a:spcPts val="0"/>
              </a:spcBef>
              <a:buFont typeface="Wingdings" panose="05000000000000000000" pitchFamily="2" charset="2"/>
              <a:buChar char="q"/>
            </a:pPr>
            <a:r>
              <a:rPr lang="en-US" sz="2200" dirty="0">
                <a:solidFill>
                  <a:srgbClr val="0070C0"/>
                </a:solidFill>
                <a:latin typeface="Gill Sans" panose="020B0604020202020204" charset="0"/>
              </a:rPr>
              <a:t>Dynamic Binding</a:t>
            </a:r>
          </a:p>
        </p:txBody>
      </p:sp>
      <p:pic>
        <p:nvPicPr>
          <p:cNvPr id="2" name="Picture 1">
            <a:extLst>
              <a:ext uri="{FF2B5EF4-FFF2-40B4-BE49-F238E27FC236}">
                <a16:creationId xmlns:a16="http://schemas.microsoft.com/office/drawing/2014/main" id="{26A89855-90AE-39B0-225E-4A6B24CBB18E}"/>
              </a:ext>
            </a:extLst>
          </p:cNvPr>
          <p:cNvPicPr>
            <a:picLocks noChangeAspect="1"/>
          </p:cNvPicPr>
          <p:nvPr/>
        </p:nvPicPr>
        <p:blipFill>
          <a:blip r:embed="rId3"/>
          <a:stretch>
            <a:fillRect/>
          </a:stretch>
        </p:blipFill>
        <p:spPr>
          <a:xfrm>
            <a:off x="9674943" y="628268"/>
            <a:ext cx="2212258" cy="1087688"/>
          </a:xfrm>
          <a:prstGeom prst="rect">
            <a:avLst/>
          </a:prstGeom>
        </p:spPr>
      </p:pic>
    </p:spTree>
    <p:extLst>
      <p:ext uri="{BB962C8B-B14F-4D97-AF65-F5344CB8AC3E}">
        <p14:creationId xmlns:p14="http://schemas.microsoft.com/office/powerpoint/2010/main" val="9486440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485273" y="365125"/>
            <a:ext cx="10515600" cy="118064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Gill Sans"/>
              <a:buNone/>
            </a:pPr>
            <a:r>
              <a:rPr lang="en-IN" sz="4400" b="1" dirty="0"/>
              <a:t>CLASS</a:t>
            </a:r>
            <a:endParaRPr sz="4400" b="1" dirty="0"/>
          </a:p>
        </p:txBody>
      </p:sp>
      <p:sp>
        <p:nvSpPr>
          <p:cNvPr id="126" name="Google Shape;126;p15"/>
          <p:cNvSpPr txBox="1">
            <a:spLocks noGrp="1"/>
          </p:cNvSpPr>
          <p:nvPr>
            <p:ph type="body" idx="1"/>
          </p:nvPr>
        </p:nvSpPr>
        <p:spPr>
          <a:xfrm>
            <a:off x="613610" y="1861086"/>
            <a:ext cx="10515600" cy="4294903"/>
          </a:xfrm>
          <a:prstGeom prst="rect">
            <a:avLst/>
          </a:prstGeom>
          <a:noFill/>
          <a:ln>
            <a:noFill/>
          </a:ln>
        </p:spPr>
        <p:txBody>
          <a:bodyPr spcFirstLastPara="1" wrap="square" lIns="91425" tIns="45700" rIns="91425" bIns="45700" anchor="t" anchorCtr="0">
            <a:normAutofit fontScale="92500" lnSpcReduction="10000"/>
          </a:bodyPr>
          <a:lstStyle/>
          <a:p>
            <a:pPr fontAlgn="base">
              <a:lnSpc>
                <a:spcPct val="160000"/>
              </a:lnSpc>
              <a:spcBef>
                <a:spcPts val="0"/>
              </a:spcBef>
              <a:buFont typeface="Wingdings" panose="05000000000000000000" pitchFamily="2" charset="2"/>
              <a:buChar char="q"/>
            </a:pPr>
            <a:r>
              <a:rPr lang="en-US" sz="2200" dirty="0">
                <a:solidFill>
                  <a:srgbClr val="0070C0"/>
                </a:solidFill>
                <a:latin typeface="Gill Sans" panose="020B0604020202020204" charset="0"/>
              </a:rPr>
              <a:t>A class is a blueprint for the object.</a:t>
            </a:r>
          </a:p>
          <a:p>
            <a:pPr fontAlgn="base">
              <a:lnSpc>
                <a:spcPct val="160000"/>
              </a:lnSpc>
              <a:spcBef>
                <a:spcPts val="0"/>
              </a:spcBef>
              <a:buFont typeface="Wingdings" panose="05000000000000000000" pitchFamily="2" charset="2"/>
              <a:buChar char="q"/>
            </a:pPr>
            <a:r>
              <a:rPr lang="en-US" sz="2200" dirty="0">
                <a:solidFill>
                  <a:srgbClr val="0070C0"/>
                </a:solidFill>
                <a:latin typeface="Gill Sans" panose="020B0604020202020204" charset="0"/>
              </a:rPr>
              <a:t>A class is a collection of fields and methods in a single unit is called class.</a:t>
            </a:r>
          </a:p>
          <a:p>
            <a:pPr fontAlgn="base">
              <a:lnSpc>
                <a:spcPct val="160000"/>
              </a:lnSpc>
              <a:spcBef>
                <a:spcPts val="0"/>
              </a:spcBef>
              <a:buFont typeface="Wingdings" panose="05000000000000000000" pitchFamily="2" charset="2"/>
              <a:buChar char="q"/>
            </a:pPr>
            <a:r>
              <a:rPr lang="en-US" sz="2200" dirty="0">
                <a:solidFill>
                  <a:srgbClr val="0070C0"/>
                </a:solidFill>
                <a:latin typeface="Gill Sans" panose="020B0604020202020204" charset="0"/>
              </a:rPr>
              <a:t>Ex:  class Car</a:t>
            </a:r>
          </a:p>
          <a:p>
            <a:pPr fontAlgn="base">
              <a:lnSpc>
                <a:spcPct val="160000"/>
              </a:lnSpc>
              <a:spcBef>
                <a:spcPts val="0"/>
              </a:spcBef>
              <a:buFont typeface="Wingdings" panose="05000000000000000000" pitchFamily="2" charset="2"/>
              <a:buChar char="q"/>
            </a:pPr>
            <a:r>
              <a:rPr lang="en-US" sz="2200" dirty="0">
                <a:solidFill>
                  <a:srgbClr val="0070C0"/>
                </a:solidFill>
                <a:latin typeface="Gill Sans" panose="020B0604020202020204" charset="0"/>
              </a:rPr>
              <a:t>{</a:t>
            </a:r>
          </a:p>
          <a:p>
            <a:pPr fontAlgn="base">
              <a:lnSpc>
                <a:spcPct val="160000"/>
              </a:lnSpc>
              <a:spcBef>
                <a:spcPts val="0"/>
              </a:spcBef>
              <a:buFont typeface="Wingdings" panose="05000000000000000000" pitchFamily="2" charset="2"/>
              <a:buChar char="q"/>
            </a:pPr>
            <a:r>
              <a:rPr lang="en-US" sz="2200" dirty="0">
                <a:solidFill>
                  <a:srgbClr val="0070C0"/>
                </a:solidFill>
                <a:latin typeface="Gill Sans" panose="020B0604020202020204" charset="0"/>
              </a:rPr>
              <a:t>Int </a:t>
            </a:r>
            <a:r>
              <a:rPr lang="en-US" sz="2200" dirty="0" err="1">
                <a:solidFill>
                  <a:srgbClr val="0070C0"/>
                </a:solidFill>
                <a:latin typeface="Gill Sans" panose="020B0604020202020204" charset="0"/>
              </a:rPr>
              <a:t>model,year</a:t>
            </a:r>
            <a:r>
              <a:rPr lang="en-US" sz="2200" dirty="0">
                <a:solidFill>
                  <a:srgbClr val="0070C0"/>
                </a:solidFill>
                <a:latin typeface="Gill Sans" panose="020B0604020202020204" charset="0"/>
              </a:rPr>
              <a:t>;</a:t>
            </a:r>
          </a:p>
          <a:p>
            <a:pPr fontAlgn="base">
              <a:lnSpc>
                <a:spcPct val="160000"/>
              </a:lnSpc>
              <a:spcBef>
                <a:spcPts val="0"/>
              </a:spcBef>
              <a:buFont typeface="Wingdings" panose="05000000000000000000" pitchFamily="2" charset="2"/>
              <a:buChar char="q"/>
            </a:pPr>
            <a:r>
              <a:rPr lang="en-US" sz="2200" dirty="0">
                <a:solidFill>
                  <a:srgbClr val="0070C0"/>
                </a:solidFill>
                <a:latin typeface="Gill Sans" panose="020B0604020202020204" charset="0"/>
              </a:rPr>
              <a:t>String name;</a:t>
            </a:r>
          </a:p>
          <a:p>
            <a:pPr fontAlgn="base">
              <a:lnSpc>
                <a:spcPct val="160000"/>
              </a:lnSpc>
              <a:spcBef>
                <a:spcPts val="0"/>
              </a:spcBef>
              <a:buFont typeface="Wingdings" panose="05000000000000000000" pitchFamily="2" charset="2"/>
              <a:buChar char="q"/>
            </a:pPr>
            <a:r>
              <a:rPr lang="en-US" sz="2200" dirty="0">
                <a:solidFill>
                  <a:srgbClr val="0070C0"/>
                </a:solidFill>
                <a:latin typeface="Gill Sans" panose="020B0604020202020204" charset="0"/>
              </a:rPr>
              <a:t>Void start(){}</a:t>
            </a:r>
          </a:p>
          <a:p>
            <a:pPr fontAlgn="base">
              <a:lnSpc>
                <a:spcPct val="160000"/>
              </a:lnSpc>
              <a:spcBef>
                <a:spcPts val="0"/>
              </a:spcBef>
              <a:buFont typeface="Wingdings" panose="05000000000000000000" pitchFamily="2" charset="2"/>
              <a:buChar char="q"/>
            </a:pPr>
            <a:r>
              <a:rPr lang="en-US" sz="2200" dirty="0">
                <a:solidFill>
                  <a:srgbClr val="0070C0"/>
                </a:solidFill>
                <a:latin typeface="Gill Sans" panose="020B0604020202020204" charset="0"/>
              </a:rPr>
              <a:t>Void stop(){}</a:t>
            </a:r>
          </a:p>
          <a:p>
            <a:pPr fontAlgn="base">
              <a:lnSpc>
                <a:spcPct val="160000"/>
              </a:lnSpc>
              <a:spcBef>
                <a:spcPts val="0"/>
              </a:spcBef>
              <a:buFont typeface="Wingdings" panose="05000000000000000000" pitchFamily="2" charset="2"/>
              <a:buChar char="q"/>
            </a:pPr>
            <a:r>
              <a:rPr lang="en-US" sz="2200" dirty="0">
                <a:solidFill>
                  <a:srgbClr val="0070C0"/>
                </a:solidFill>
                <a:latin typeface="Gill Sans" panose="020B0604020202020204" charset="0"/>
              </a:rPr>
              <a:t>}</a:t>
            </a:r>
          </a:p>
        </p:txBody>
      </p:sp>
      <p:pic>
        <p:nvPicPr>
          <p:cNvPr id="2" name="Picture 1">
            <a:extLst>
              <a:ext uri="{FF2B5EF4-FFF2-40B4-BE49-F238E27FC236}">
                <a16:creationId xmlns:a16="http://schemas.microsoft.com/office/drawing/2014/main" id="{26A89855-90AE-39B0-225E-4A6B24CBB18E}"/>
              </a:ext>
            </a:extLst>
          </p:cNvPr>
          <p:cNvPicPr>
            <a:picLocks noChangeAspect="1"/>
          </p:cNvPicPr>
          <p:nvPr/>
        </p:nvPicPr>
        <p:blipFill>
          <a:blip r:embed="rId3"/>
          <a:stretch>
            <a:fillRect/>
          </a:stretch>
        </p:blipFill>
        <p:spPr>
          <a:xfrm>
            <a:off x="9674943" y="628268"/>
            <a:ext cx="2212258" cy="1087688"/>
          </a:xfrm>
          <a:prstGeom prst="rect">
            <a:avLst/>
          </a:prstGeom>
        </p:spPr>
      </p:pic>
    </p:spTree>
    <p:extLst>
      <p:ext uri="{BB962C8B-B14F-4D97-AF65-F5344CB8AC3E}">
        <p14:creationId xmlns:p14="http://schemas.microsoft.com/office/powerpoint/2010/main" val="42400054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485273" y="365125"/>
            <a:ext cx="10515600" cy="118064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Gill Sans"/>
              <a:buNone/>
            </a:pPr>
            <a:r>
              <a:rPr lang="en-IN" sz="4400" b="1" dirty="0"/>
              <a:t>CLASS</a:t>
            </a:r>
            <a:endParaRPr sz="4400" b="1" dirty="0"/>
          </a:p>
        </p:txBody>
      </p:sp>
      <p:sp>
        <p:nvSpPr>
          <p:cNvPr id="126" name="Google Shape;126;p15"/>
          <p:cNvSpPr txBox="1">
            <a:spLocks noGrp="1"/>
          </p:cNvSpPr>
          <p:nvPr>
            <p:ph type="body" idx="1"/>
          </p:nvPr>
        </p:nvSpPr>
        <p:spPr>
          <a:xfrm>
            <a:off x="613610" y="1861086"/>
            <a:ext cx="10515600" cy="4294903"/>
          </a:xfrm>
          <a:prstGeom prst="rect">
            <a:avLst/>
          </a:prstGeom>
          <a:noFill/>
          <a:ln>
            <a:noFill/>
          </a:ln>
        </p:spPr>
        <p:txBody>
          <a:bodyPr spcFirstLastPara="1" wrap="square" lIns="91425" tIns="45700" rIns="91425" bIns="45700" anchor="t" anchorCtr="0">
            <a:normAutofit/>
          </a:bodyPr>
          <a:lstStyle/>
          <a:p>
            <a:pPr rtl="0" fontAlgn="base">
              <a:lnSpc>
                <a:spcPct val="150000"/>
              </a:lnSpc>
              <a:spcBef>
                <a:spcPts val="0"/>
              </a:spcBef>
              <a:spcAft>
                <a:spcPts val="0"/>
              </a:spcAft>
              <a:buFont typeface="Wingdings" panose="05000000000000000000" pitchFamily="2" charset="2"/>
              <a:buChar char="q"/>
            </a:pPr>
            <a:endParaRPr lang="en-US" sz="2200" i="0" u="none" strike="noStrike" dirty="0">
              <a:solidFill>
                <a:srgbClr val="0070C0"/>
              </a:solidFill>
              <a:effectLst/>
              <a:latin typeface="Gill Sans" panose="020B0604020202020204" charset="0"/>
            </a:endParaRPr>
          </a:p>
        </p:txBody>
      </p:sp>
      <p:pic>
        <p:nvPicPr>
          <p:cNvPr id="2" name="Picture 1">
            <a:extLst>
              <a:ext uri="{FF2B5EF4-FFF2-40B4-BE49-F238E27FC236}">
                <a16:creationId xmlns:a16="http://schemas.microsoft.com/office/drawing/2014/main" id="{26A89855-90AE-39B0-225E-4A6B24CBB18E}"/>
              </a:ext>
            </a:extLst>
          </p:cNvPr>
          <p:cNvPicPr>
            <a:picLocks noChangeAspect="1"/>
          </p:cNvPicPr>
          <p:nvPr/>
        </p:nvPicPr>
        <p:blipFill>
          <a:blip r:embed="rId3"/>
          <a:stretch>
            <a:fillRect/>
          </a:stretch>
        </p:blipFill>
        <p:spPr>
          <a:xfrm>
            <a:off x="9674943" y="628268"/>
            <a:ext cx="2212258" cy="1087688"/>
          </a:xfrm>
          <a:prstGeom prst="rect">
            <a:avLst/>
          </a:prstGeom>
        </p:spPr>
      </p:pic>
      <p:pic>
        <p:nvPicPr>
          <p:cNvPr id="3" name="Google Shape;181;p31">
            <a:extLst>
              <a:ext uri="{FF2B5EF4-FFF2-40B4-BE49-F238E27FC236}">
                <a16:creationId xmlns:a16="http://schemas.microsoft.com/office/drawing/2014/main" id="{8F6630A8-0792-6E0D-B38C-7E792BDDDB80}"/>
              </a:ext>
            </a:extLst>
          </p:cNvPr>
          <p:cNvPicPr preferRelativeResize="0"/>
          <p:nvPr/>
        </p:nvPicPr>
        <p:blipFill>
          <a:blip r:embed="rId4">
            <a:alphaModFix/>
          </a:blip>
          <a:stretch>
            <a:fillRect/>
          </a:stretch>
        </p:blipFill>
        <p:spPr>
          <a:xfrm>
            <a:off x="485273" y="1861086"/>
            <a:ext cx="10835870" cy="4631789"/>
          </a:xfrm>
          <a:prstGeom prst="rect">
            <a:avLst/>
          </a:prstGeom>
          <a:noFill/>
          <a:ln>
            <a:noFill/>
          </a:ln>
        </p:spPr>
      </p:pic>
    </p:spTree>
    <p:extLst>
      <p:ext uri="{BB962C8B-B14F-4D97-AF65-F5344CB8AC3E}">
        <p14:creationId xmlns:p14="http://schemas.microsoft.com/office/powerpoint/2010/main" val="2296133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p:tgtEl>
                                          <p:spTgt spid="3"/>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485273" y="365125"/>
            <a:ext cx="10515600" cy="118064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Gill Sans"/>
              <a:buNone/>
            </a:pPr>
            <a:r>
              <a:rPr lang="en-IN" sz="4400" b="1" dirty="0"/>
              <a:t>OBJECT</a:t>
            </a:r>
            <a:endParaRPr sz="4400" b="1" dirty="0"/>
          </a:p>
        </p:txBody>
      </p:sp>
      <p:sp>
        <p:nvSpPr>
          <p:cNvPr id="126" name="Google Shape;126;p15"/>
          <p:cNvSpPr txBox="1">
            <a:spLocks noGrp="1"/>
          </p:cNvSpPr>
          <p:nvPr>
            <p:ph type="body" idx="1"/>
          </p:nvPr>
        </p:nvSpPr>
        <p:spPr>
          <a:xfrm>
            <a:off x="613610" y="1861086"/>
            <a:ext cx="10515600" cy="4294903"/>
          </a:xfrm>
          <a:prstGeom prst="rect">
            <a:avLst/>
          </a:prstGeom>
          <a:noFill/>
          <a:ln>
            <a:noFill/>
          </a:ln>
        </p:spPr>
        <p:txBody>
          <a:bodyPr spcFirstLastPara="1" wrap="square" lIns="91425" tIns="45700" rIns="91425" bIns="45700" anchor="t" anchorCtr="0">
            <a:normAutofit/>
          </a:bodyPr>
          <a:lstStyle/>
          <a:p>
            <a:pPr rtl="0" fontAlgn="base">
              <a:lnSpc>
                <a:spcPct val="150000"/>
              </a:lnSpc>
              <a:spcBef>
                <a:spcPts val="0"/>
              </a:spcBef>
              <a:spcAft>
                <a:spcPts val="0"/>
              </a:spcAft>
              <a:buFont typeface="Wingdings" panose="05000000000000000000" pitchFamily="2" charset="2"/>
              <a:buChar char="q"/>
            </a:pPr>
            <a:r>
              <a:rPr lang="en-US" sz="2600" dirty="0">
                <a:solidFill>
                  <a:srgbClr val="0070C0"/>
                </a:solidFill>
                <a:latin typeface="Gill Sans" panose="020B0604020202020204" charset="0"/>
              </a:rPr>
              <a:t>An object is any entity that has a state and </a:t>
            </a:r>
            <a:r>
              <a:rPr lang="en-US" sz="2600" dirty="0" err="1">
                <a:solidFill>
                  <a:srgbClr val="0070C0"/>
                </a:solidFill>
                <a:latin typeface="Gill Sans" panose="020B0604020202020204" charset="0"/>
              </a:rPr>
              <a:t>behaviour</a:t>
            </a:r>
            <a:r>
              <a:rPr lang="en-US" sz="2600" dirty="0">
                <a:solidFill>
                  <a:srgbClr val="0070C0"/>
                </a:solidFill>
                <a:latin typeface="Gill Sans" panose="020B0604020202020204" charset="0"/>
              </a:rPr>
              <a:t>.</a:t>
            </a:r>
          </a:p>
          <a:p>
            <a:pPr rtl="0" fontAlgn="base">
              <a:lnSpc>
                <a:spcPct val="150000"/>
              </a:lnSpc>
              <a:spcBef>
                <a:spcPts val="0"/>
              </a:spcBef>
              <a:spcAft>
                <a:spcPts val="0"/>
              </a:spcAft>
              <a:buFont typeface="Wingdings" panose="05000000000000000000" pitchFamily="2" charset="2"/>
              <a:buChar char="q"/>
            </a:pPr>
            <a:r>
              <a:rPr lang="en-US" sz="2600" dirty="0">
                <a:solidFill>
                  <a:srgbClr val="0070C0"/>
                </a:solidFill>
                <a:latin typeface="Gill Sans" panose="020B0604020202020204" charset="0"/>
              </a:rPr>
              <a:t>A class fields can represent state and methods can represent </a:t>
            </a:r>
            <a:r>
              <a:rPr lang="en-US" sz="2600" dirty="0" err="1">
                <a:solidFill>
                  <a:srgbClr val="0070C0"/>
                </a:solidFill>
                <a:latin typeface="Gill Sans" panose="020B0604020202020204" charset="0"/>
              </a:rPr>
              <a:t>behaviour</a:t>
            </a:r>
            <a:r>
              <a:rPr lang="en-US" sz="2600" dirty="0">
                <a:solidFill>
                  <a:srgbClr val="0070C0"/>
                </a:solidFill>
                <a:latin typeface="Gill Sans" panose="020B0604020202020204" charset="0"/>
              </a:rPr>
              <a:t>.</a:t>
            </a:r>
          </a:p>
          <a:p>
            <a:pPr rtl="0" fontAlgn="base">
              <a:lnSpc>
                <a:spcPct val="150000"/>
              </a:lnSpc>
              <a:spcBef>
                <a:spcPts val="0"/>
              </a:spcBef>
              <a:spcAft>
                <a:spcPts val="0"/>
              </a:spcAft>
              <a:buFont typeface="Wingdings" panose="05000000000000000000" pitchFamily="2" charset="2"/>
              <a:buChar char="q"/>
            </a:pPr>
            <a:r>
              <a:rPr lang="en-US" sz="2600" dirty="0">
                <a:solidFill>
                  <a:srgbClr val="0070C0"/>
                </a:solidFill>
                <a:latin typeface="Gill Sans" panose="020B0604020202020204" charset="0"/>
              </a:rPr>
              <a:t>Creating an object in java</a:t>
            </a:r>
          </a:p>
          <a:p>
            <a:pPr rtl="0" fontAlgn="base">
              <a:lnSpc>
                <a:spcPct val="150000"/>
              </a:lnSpc>
              <a:spcBef>
                <a:spcPts val="0"/>
              </a:spcBef>
              <a:spcAft>
                <a:spcPts val="0"/>
              </a:spcAft>
              <a:buFont typeface="Wingdings" panose="05000000000000000000" pitchFamily="2" charset="2"/>
              <a:buChar char="q"/>
            </a:pPr>
            <a:r>
              <a:rPr lang="en-US" sz="2600" dirty="0">
                <a:solidFill>
                  <a:srgbClr val="0070C0"/>
                </a:solidFill>
                <a:latin typeface="Gill Sans" panose="020B0604020202020204" charset="0"/>
              </a:rPr>
              <a:t>Car c=new Car();</a:t>
            </a:r>
          </a:p>
        </p:txBody>
      </p:sp>
      <p:pic>
        <p:nvPicPr>
          <p:cNvPr id="2" name="Picture 1">
            <a:extLst>
              <a:ext uri="{FF2B5EF4-FFF2-40B4-BE49-F238E27FC236}">
                <a16:creationId xmlns:a16="http://schemas.microsoft.com/office/drawing/2014/main" id="{26A89855-90AE-39B0-225E-4A6B24CBB18E}"/>
              </a:ext>
            </a:extLst>
          </p:cNvPr>
          <p:cNvPicPr>
            <a:picLocks noChangeAspect="1"/>
          </p:cNvPicPr>
          <p:nvPr/>
        </p:nvPicPr>
        <p:blipFill>
          <a:blip r:embed="rId3"/>
          <a:stretch>
            <a:fillRect/>
          </a:stretch>
        </p:blipFill>
        <p:spPr>
          <a:xfrm>
            <a:off x="9674943" y="628268"/>
            <a:ext cx="2212258" cy="1087688"/>
          </a:xfrm>
          <a:prstGeom prst="rect">
            <a:avLst/>
          </a:prstGeom>
        </p:spPr>
      </p:pic>
    </p:spTree>
    <p:extLst>
      <p:ext uri="{BB962C8B-B14F-4D97-AF65-F5344CB8AC3E}">
        <p14:creationId xmlns:p14="http://schemas.microsoft.com/office/powerpoint/2010/main" val="16502967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485273" y="365125"/>
            <a:ext cx="10515600" cy="118064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Gill Sans"/>
              <a:buNone/>
            </a:pPr>
            <a:r>
              <a:rPr lang="en-IN" sz="4400" b="1" dirty="0"/>
              <a:t>CLASS &amp; OBJECT</a:t>
            </a:r>
            <a:endParaRPr sz="4400" b="1" dirty="0"/>
          </a:p>
        </p:txBody>
      </p:sp>
      <p:sp>
        <p:nvSpPr>
          <p:cNvPr id="126" name="Google Shape;126;p15"/>
          <p:cNvSpPr txBox="1">
            <a:spLocks noGrp="1"/>
          </p:cNvSpPr>
          <p:nvPr>
            <p:ph type="body" idx="1"/>
          </p:nvPr>
        </p:nvSpPr>
        <p:spPr>
          <a:xfrm>
            <a:off x="613610" y="1861086"/>
            <a:ext cx="10515600" cy="4294903"/>
          </a:xfrm>
          <a:prstGeom prst="rect">
            <a:avLst/>
          </a:prstGeom>
          <a:noFill/>
          <a:ln>
            <a:noFill/>
          </a:ln>
        </p:spPr>
        <p:txBody>
          <a:bodyPr spcFirstLastPara="1" wrap="square" lIns="91425" tIns="45700" rIns="91425" bIns="45700" anchor="t" anchorCtr="0">
            <a:normAutofit/>
          </a:bodyPr>
          <a:lstStyle/>
          <a:p>
            <a:pPr marL="123444" indent="0" rtl="0" fontAlgn="base">
              <a:lnSpc>
                <a:spcPct val="150000"/>
              </a:lnSpc>
              <a:spcBef>
                <a:spcPts val="0"/>
              </a:spcBef>
              <a:spcAft>
                <a:spcPts val="0"/>
              </a:spcAft>
              <a:buNone/>
            </a:pPr>
            <a:endParaRPr lang="en-US" sz="2600" dirty="0">
              <a:solidFill>
                <a:srgbClr val="0070C0"/>
              </a:solidFill>
              <a:latin typeface="Gill Sans" panose="020B0604020202020204" charset="0"/>
            </a:endParaRPr>
          </a:p>
        </p:txBody>
      </p:sp>
      <p:pic>
        <p:nvPicPr>
          <p:cNvPr id="2" name="Picture 1">
            <a:extLst>
              <a:ext uri="{FF2B5EF4-FFF2-40B4-BE49-F238E27FC236}">
                <a16:creationId xmlns:a16="http://schemas.microsoft.com/office/drawing/2014/main" id="{26A89855-90AE-39B0-225E-4A6B24CBB18E}"/>
              </a:ext>
            </a:extLst>
          </p:cNvPr>
          <p:cNvPicPr>
            <a:picLocks noChangeAspect="1"/>
          </p:cNvPicPr>
          <p:nvPr/>
        </p:nvPicPr>
        <p:blipFill>
          <a:blip r:embed="rId3"/>
          <a:stretch>
            <a:fillRect/>
          </a:stretch>
        </p:blipFill>
        <p:spPr>
          <a:xfrm>
            <a:off x="9674943" y="628268"/>
            <a:ext cx="2212258" cy="1087688"/>
          </a:xfrm>
          <a:prstGeom prst="rect">
            <a:avLst/>
          </a:prstGeom>
        </p:spPr>
      </p:pic>
      <p:pic>
        <p:nvPicPr>
          <p:cNvPr id="3" name="Google Shape;194;p33">
            <a:extLst>
              <a:ext uri="{FF2B5EF4-FFF2-40B4-BE49-F238E27FC236}">
                <a16:creationId xmlns:a16="http://schemas.microsoft.com/office/drawing/2014/main" id="{32D45277-2295-9801-6F6D-1B668C1BCFBF}"/>
              </a:ext>
            </a:extLst>
          </p:cNvPr>
          <p:cNvPicPr preferRelativeResize="0"/>
          <p:nvPr/>
        </p:nvPicPr>
        <p:blipFill>
          <a:blip r:embed="rId4">
            <a:alphaModFix/>
          </a:blip>
          <a:stretch>
            <a:fillRect/>
          </a:stretch>
        </p:blipFill>
        <p:spPr>
          <a:xfrm>
            <a:off x="613610" y="1979682"/>
            <a:ext cx="10515600" cy="4176307"/>
          </a:xfrm>
          <a:prstGeom prst="rect">
            <a:avLst/>
          </a:prstGeom>
          <a:noFill/>
          <a:ln>
            <a:noFill/>
          </a:ln>
        </p:spPr>
      </p:pic>
    </p:spTree>
    <p:extLst>
      <p:ext uri="{BB962C8B-B14F-4D97-AF65-F5344CB8AC3E}">
        <p14:creationId xmlns:p14="http://schemas.microsoft.com/office/powerpoint/2010/main" val="3483393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485273" y="365125"/>
            <a:ext cx="10515600" cy="118064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Gill Sans"/>
              <a:buNone/>
            </a:pPr>
            <a:r>
              <a:rPr lang="en-IN" sz="4400" b="1" dirty="0"/>
              <a:t>USER INPUT</a:t>
            </a:r>
            <a:endParaRPr sz="4400" b="1" dirty="0"/>
          </a:p>
        </p:txBody>
      </p:sp>
      <p:sp>
        <p:nvSpPr>
          <p:cNvPr id="126" name="Google Shape;126;p15"/>
          <p:cNvSpPr txBox="1">
            <a:spLocks noGrp="1"/>
          </p:cNvSpPr>
          <p:nvPr>
            <p:ph type="body" idx="1"/>
          </p:nvPr>
        </p:nvSpPr>
        <p:spPr>
          <a:xfrm>
            <a:off x="613610" y="1861086"/>
            <a:ext cx="10515600" cy="4528828"/>
          </a:xfrm>
          <a:prstGeom prst="rect">
            <a:avLst/>
          </a:prstGeom>
          <a:noFill/>
          <a:ln>
            <a:noFill/>
          </a:ln>
        </p:spPr>
        <p:txBody>
          <a:bodyPr spcFirstLastPara="1" wrap="square" lIns="91425" tIns="45700" rIns="91425" bIns="45700" anchor="t" anchorCtr="0">
            <a:noAutofit/>
          </a:bodyPr>
          <a:lstStyle/>
          <a:p>
            <a:pPr rtl="0" fontAlgn="base">
              <a:lnSpc>
                <a:spcPct val="150000"/>
              </a:lnSpc>
              <a:spcBef>
                <a:spcPts val="0"/>
              </a:spcBef>
              <a:spcAft>
                <a:spcPts val="0"/>
              </a:spcAft>
              <a:buFont typeface="Wingdings" panose="05000000000000000000" pitchFamily="2" charset="2"/>
              <a:buChar char="q"/>
            </a:pPr>
            <a:r>
              <a:rPr lang="en-US" sz="2400" dirty="0">
                <a:solidFill>
                  <a:srgbClr val="0070C0"/>
                </a:solidFill>
                <a:latin typeface="Gill Sans" panose="020B0604020202020204" charset="0"/>
              </a:rPr>
              <a:t>One really useful class that handles input from a user is called the Scanner class. </a:t>
            </a:r>
          </a:p>
          <a:p>
            <a:pPr rtl="0" fontAlgn="base">
              <a:lnSpc>
                <a:spcPct val="150000"/>
              </a:lnSpc>
              <a:spcBef>
                <a:spcPts val="0"/>
              </a:spcBef>
              <a:spcAft>
                <a:spcPts val="0"/>
              </a:spcAft>
              <a:buFont typeface="Wingdings" panose="05000000000000000000" pitchFamily="2" charset="2"/>
              <a:buChar char="q"/>
            </a:pPr>
            <a:r>
              <a:rPr lang="en-US" sz="2400" dirty="0">
                <a:solidFill>
                  <a:srgbClr val="0070C0"/>
                </a:solidFill>
                <a:latin typeface="Gill Sans" panose="020B0604020202020204" charset="0"/>
              </a:rPr>
              <a:t>Scanner class is present in “</a:t>
            </a:r>
            <a:r>
              <a:rPr lang="en-US" sz="2400" dirty="0" err="1">
                <a:solidFill>
                  <a:srgbClr val="0070C0"/>
                </a:solidFill>
                <a:latin typeface="Gill Sans" panose="020B0604020202020204" charset="0"/>
              </a:rPr>
              <a:t>java.util</a:t>
            </a:r>
            <a:r>
              <a:rPr lang="en-US" sz="2400" dirty="0">
                <a:solidFill>
                  <a:srgbClr val="0070C0"/>
                </a:solidFill>
                <a:latin typeface="Gill Sans" panose="020B0604020202020204" charset="0"/>
              </a:rPr>
              <a:t>” package, so we import this package into our program. </a:t>
            </a:r>
          </a:p>
          <a:p>
            <a:pPr rtl="0" fontAlgn="base">
              <a:lnSpc>
                <a:spcPct val="150000"/>
              </a:lnSpc>
              <a:spcBef>
                <a:spcPts val="0"/>
              </a:spcBef>
              <a:spcAft>
                <a:spcPts val="0"/>
              </a:spcAft>
              <a:buFont typeface="Wingdings" panose="05000000000000000000" pitchFamily="2" charset="2"/>
              <a:buChar char="q"/>
            </a:pPr>
            <a:r>
              <a:rPr lang="en-US" sz="2400" dirty="0">
                <a:solidFill>
                  <a:srgbClr val="0070C0"/>
                </a:solidFill>
                <a:latin typeface="Gill Sans" panose="020B0604020202020204" charset="0"/>
              </a:rPr>
              <a:t>To use the Scanner class, you need to reference it in your code. This is done with the keyword import. We create an object of the class to use its methods.</a:t>
            </a:r>
          </a:p>
        </p:txBody>
      </p:sp>
      <p:pic>
        <p:nvPicPr>
          <p:cNvPr id="2" name="Picture 1">
            <a:extLst>
              <a:ext uri="{FF2B5EF4-FFF2-40B4-BE49-F238E27FC236}">
                <a16:creationId xmlns:a16="http://schemas.microsoft.com/office/drawing/2014/main" id="{26A89855-90AE-39B0-225E-4A6B24CBB18E}"/>
              </a:ext>
            </a:extLst>
          </p:cNvPr>
          <p:cNvPicPr>
            <a:picLocks noChangeAspect="1"/>
          </p:cNvPicPr>
          <p:nvPr/>
        </p:nvPicPr>
        <p:blipFill>
          <a:blip r:embed="rId3"/>
          <a:stretch>
            <a:fillRect/>
          </a:stretch>
        </p:blipFill>
        <p:spPr>
          <a:xfrm>
            <a:off x="9674943" y="628268"/>
            <a:ext cx="2212258" cy="1087688"/>
          </a:xfrm>
          <a:prstGeom prst="rect">
            <a:avLst/>
          </a:prstGeom>
        </p:spPr>
      </p:pic>
    </p:spTree>
    <p:extLst>
      <p:ext uri="{BB962C8B-B14F-4D97-AF65-F5344CB8AC3E}">
        <p14:creationId xmlns:p14="http://schemas.microsoft.com/office/powerpoint/2010/main" val="42004841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485273" y="365125"/>
            <a:ext cx="10515600" cy="118064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Gill Sans"/>
              <a:buNone/>
            </a:pPr>
            <a:r>
              <a:rPr lang="en-IN" sz="4400" b="1" dirty="0"/>
              <a:t>DATATYPES</a:t>
            </a:r>
            <a:endParaRPr sz="4400" b="1" dirty="0"/>
          </a:p>
        </p:txBody>
      </p:sp>
      <p:sp>
        <p:nvSpPr>
          <p:cNvPr id="126" name="Google Shape;126;p15"/>
          <p:cNvSpPr txBox="1">
            <a:spLocks noGrp="1"/>
          </p:cNvSpPr>
          <p:nvPr>
            <p:ph type="body" idx="1"/>
          </p:nvPr>
        </p:nvSpPr>
        <p:spPr>
          <a:xfrm>
            <a:off x="613610" y="1861086"/>
            <a:ext cx="10515600" cy="4294903"/>
          </a:xfrm>
          <a:prstGeom prst="rect">
            <a:avLst/>
          </a:prstGeom>
          <a:noFill/>
          <a:ln>
            <a:noFill/>
          </a:ln>
        </p:spPr>
        <p:txBody>
          <a:bodyPr spcFirstLastPara="1" wrap="square" lIns="91425" tIns="45700" rIns="91425" bIns="45700" anchor="t" anchorCtr="0">
            <a:normAutofit/>
          </a:bodyPr>
          <a:lstStyle/>
          <a:p>
            <a:pPr marL="123444" indent="0" rtl="0" fontAlgn="base">
              <a:lnSpc>
                <a:spcPct val="150000"/>
              </a:lnSpc>
              <a:spcBef>
                <a:spcPts val="0"/>
              </a:spcBef>
              <a:spcAft>
                <a:spcPts val="0"/>
              </a:spcAft>
              <a:buNone/>
            </a:pPr>
            <a:endParaRPr lang="en-US" sz="2600" dirty="0">
              <a:solidFill>
                <a:srgbClr val="0070C0"/>
              </a:solidFill>
              <a:latin typeface="Gill Sans" panose="020B0604020202020204" charset="0"/>
            </a:endParaRPr>
          </a:p>
        </p:txBody>
      </p:sp>
      <p:pic>
        <p:nvPicPr>
          <p:cNvPr id="2" name="Picture 1">
            <a:extLst>
              <a:ext uri="{FF2B5EF4-FFF2-40B4-BE49-F238E27FC236}">
                <a16:creationId xmlns:a16="http://schemas.microsoft.com/office/drawing/2014/main" id="{26A89855-90AE-39B0-225E-4A6B24CBB18E}"/>
              </a:ext>
            </a:extLst>
          </p:cNvPr>
          <p:cNvPicPr>
            <a:picLocks noChangeAspect="1"/>
          </p:cNvPicPr>
          <p:nvPr/>
        </p:nvPicPr>
        <p:blipFill>
          <a:blip r:embed="rId3"/>
          <a:stretch>
            <a:fillRect/>
          </a:stretch>
        </p:blipFill>
        <p:spPr>
          <a:xfrm>
            <a:off x="9674943" y="628268"/>
            <a:ext cx="2212258" cy="1087688"/>
          </a:xfrm>
          <a:prstGeom prst="rect">
            <a:avLst/>
          </a:prstGeom>
        </p:spPr>
      </p:pic>
      <p:pic>
        <p:nvPicPr>
          <p:cNvPr id="4" name="Google Shape;208;p35">
            <a:extLst>
              <a:ext uri="{FF2B5EF4-FFF2-40B4-BE49-F238E27FC236}">
                <a16:creationId xmlns:a16="http://schemas.microsoft.com/office/drawing/2014/main" id="{3C0968B0-DC9F-78E2-D0DF-57EAE93289C6}"/>
              </a:ext>
            </a:extLst>
          </p:cNvPr>
          <p:cNvPicPr preferRelativeResize="0"/>
          <p:nvPr/>
        </p:nvPicPr>
        <p:blipFill>
          <a:blip r:embed="rId4">
            <a:alphaModFix/>
          </a:blip>
          <a:stretch>
            <a:fillRect/>
          </a:stretch>
        </p:blipFill>
        <p:spPr>
          <a:xfrm>
            <a:off x="613610" y="1958817"/>
            <a:ext cx="8377990" cy="4197171"/>
          </a:xfrm>
          <a:prstGeom prst="rect">
            <a:avLst/>
          </a:prstGeom>
          <a:noFill/>
          <a:ln>
            <a:noFill/>
          </a:ln>
        </p:spPr>
      </p:pic>
    </p:spTree>
    <p:extLst>
      <p:ext uri="{BB962C8B-B14F-4D97-AF65-F5344CB8AC3E}">
        <p14:creationId xmlns:p14="http://schemas.microsoft.com/office/powerpoint/2010/main" val="2959084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485273" y="365125"/>
            <a:ext cx="10515600" cy="118064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Gill Sans"/>
              <a:buNone/>
            </a:pPr>
            <a:r>
              <a:rPr lang="en-IN" sz="4400" b="1" dirty="0"/>
              <a:t>DATATYPES</a:t>
            </a:r>
            <a:endParaRPr sz="4400" b="1" dirty="0"/>
          </a:p>
        </p:txBody>
      </p:sp>
      <p:sp>
        <p:nvSpPr>
          <p:cNvPr id="126" name="Google Shape;126;p15"/>
          <p:cNvSpPr txBox="1">
            <a:spLocks noGrp="1"/>
          </p:cNvSpPr>
          <p:nvPr>
            <p:ph type="body" idx="1"/>
          </p:nvPr>
        </p:nvSpPr>
        <p:spPr>
          <a:xfrm>
            <a:off x="613610" y="1861086"/>
            <a:ext cx="10515600" cy="4294903"/>
          </a:xfrm>
          <a:prstGeom prst="rect">
            <a:avLst/>
          </a:prstGeom>
          <a:noFill/>
          <a:ln>
            <a:noFill/>
          </a:ln>
        </p:spPr>
        <p:txBody>
          <a:bodyPr spcFirstLastPara="1" wrap="square" lIns="91425" tIns="45700" rIns="91425" bIns="45700" anchor="t" anchorCtr="0">
            <a:normAutofit fontScale="92500" lnSpcReduction="10000"/>
          </a:bodyPr>
          <a:lstStyle/>
          <a:p>
            <a:pPr rtl="0" fontAlgn="base">
              <a:lnSpc>
                <a:spcPct val="150000"/>
              </a:lnSpc>
              <a:spcBef>
                <a:spcPts val="0"/>
              </a:spcBef>
              <a:spcAft>
                <a:spcPts val="0"/>
              </a:spcAft>
              <a:buFont typeface="Wingdings" panose="05000000000000000000" pitchFamily="2" charset="2"/>
              <a:buChar char="q"/>
            </a:pPr>
            <a:r>
              <a:rPr lang="en-US" sz="2600" dirty="0">
                <a:solidFill>
                  <a:srgbClr val="0070C0"/>
                </a:solidFill>
                <a:latin typeface="Gill Sans" panose="020B0604020202020204" charset="0"/>
              </a:rPr>
              <a:t>Byte        :    1 byte                -128 to 127</a:t>
            </a:r>
          </a:p>
          <a:p>
            <a:pPr rtl="0" fontAlgn="base">
              <a:lnSpc>
                <a:spcPct val="150000"/>
              </a:lnSpc>
              <a:spcBef>
                <a:spcPts val="0"/>
              </a:spcBef>
              <a:spcAft>
                <a:spcPts val="0"/>
              </a:spcAft>
              <a:buFont typeface="Wingdings" panose="05000000000000000000" pitchFamily="2" charset="2"/>
              <a:buChar char="q"/>
            </a:pPr>
            <a:r>
              <a:rPr lang="en-US" sz="2600" dirty="0">
                <a:solidFill>
                  <a:srgbClr val="0070C0"/>
                </a:solidFill>
                <a:latin typeface="Gill Sans" panose="020B0604020202020204" charset="0"/>
              </a:rPr>
              <a:t>Short      :     2 byte                -32768 to 32767</a:t>
            </a:r>
          </a:p>
          <a:p>
            <a:pPr rtl="0" fontAlgn="base">
              <a:lnSpc>
                <a:spcPct val="150000"/>
              </a:lnSpc>
              <a:spcBef>
                <a:spcPts val="0"/>
              </a:spcBef>
              <a:spcAft>
                <a:spcPts val="0"/>
              </a:spcAft>
              <a:buFont typeface="Wingdings" panose="05000000000000000000" pitchFamily="2" charset="2"/>
              <a:buChar char="q"/>
            </a:pPr>
            <a:r>
              <a:rPr lang="en-US" sz="2600" dirty="0">
                <a:solidFill>
                  <a:srgbClr val="0070C0"/>
                </a:solidFill>
                <a:latin typeface="Gill Sans" panose="020B0604020202020204" charset="0"/>
              </a:rPr>
              <a:t>Int           :     4 byte                -2,147,483,648 to 2,147,483,647</a:t>
            </a:r>
          </a:p>
          <a:p>
            <a:pPr rtl="0" fontAlgn="base">
              <a:lnSpc>
                <a:spcPct val="150000"/>
              </a:lnSpc>
              <a:spcBef>
                <a:spcPts val="0"/>
              </a:spcBef>
              <a:spcAft>
                <a:spcPts val="0"/>
              </a:spcAft>
              <a:buFont typeface="Wingdings" panose="05000000000000000000" pitchFamily="2" charset="2"/>
              <a:buChar char="q"/>
            </a:pPr>
            <a:r>
              <a:rPr lang="en-US" sz="2600" dirty="0">
                <a:solidFill>
                  <a:srgbClr val="0070C0"/>
                </a:solidFill>
                <a:latin typeface="Gill Sans" panose="020B0604020202020204" charset="0"/>
              </a:rPr>
              <a:t>Long      :      8 byte                 -9,223,372,036,854,775,808 to +9...807</a:t>
            </a:r>
          </a:p>
          <a:p>
            <a:pPr rtl="0" fontAlgn="base">
              <a:lnSpc>
                <a:spcPct val="150000"/>
              </a:lnSpc>
              <a:spcBef>
                <a:spcPts val="0"/>
              </a:spcBef>
              <a:spcAft>
                <a:spcPts val="0"/>
              </a:spcAft>
              <a:buFont typeface="Wingdings" panose="05000000000000000000" pitchFamily="2" charset="2"/>
              <a:buChar char="q"/>
            </a:pPr>
            <a:r>
              <a:rPr lang="en-US" sz="2600" dirty="0">
                <a:solidFill>
                  <a:srgbClr val="0070C0"/>
                </a:solidFill>
                <a:latin typeface="Gill Sans" panose="020B0604020202020204" charset="0"/>
              </a:rPr>
              <a:t>Float      :      4 byte                 storing 6 to 7 decimal digits</a:t>
            </a:r>
          </a:p>
          <a:p>
            <a:pPr rtl="0" fontAlgn="base">
              <a:lnSpc>
                <a:spcPct val="150000"/>
              </a:lnSpc>
              <a:spcBef>
                <a:spcPts val="0"/>
              </a:spcBef>
              <a:spcAft>
                <a:spcPts val="0"/>
              </a:spcAft>
              <a:buFont typeface="Wingdings" panose="05000000000000000000" pitchFamily="2" charset="2"/>
              <a:buChar char="q"/>
            </a:pPr>
            <a:r>
              <a:rPr lang="en-US" sz="2600" dirty="0">
                <a:solidFill>
                  <a:srgbClr val="0070C0"/>
                </a:solidFill>
                <a:latin typeface="Gill Sans" panose="020B0604020202020204" charset="0"/>
              </a:rPr>
              <a:t>Double  :      8 byte                  Sufficient for storing 15 decimal digits</a:t>
            </a:r>
          </a:p>
          <a:p>
            <a:pPr rtl="0" fontAlgn="base">
              <a:lnSpc>
                <a:spcPct val="150000"/>
              </a:lnSpc>
              <a:spcBef>
                <a:spcPts val="0"/>
              </a:spcBef>
              <a:spcAft>
                <a:spcPts val="0"/>
              </a:spcAft>
              <a:buFont typeface="Wingdings" panose="05000000000000000000" pitchFamily="2" charset="2"/>
              <a:buChar char="q"/>
            </a:pPr>
            <a:r>
              <a:rPr lang="en-US" sz="2600" dirty="0">
                <a:solidFill>
                  <a:srgbClr val="0070C0"/>
                </a:solidFill>
                <a:latin typeface="Gill Sans" panose="020B0604020202020204" charset="0"/>
              </a:rPr>
              <a:t>Char      :      2 byte                  Stores a single character/letter</a:t>
            </a:r>
          </a:p>
          <a:p>
            <a:pPr rtl="0" fontAlgn="base">
              <a:lnSpc>
                <a:spcPct val="150000"/>
              </a:lnSpc>
              <a:spcBef>
                <a:spcPts val="0"/>
              </a:spcBef>
              <a:spcAft>
                <a:spcPts val="0"/>
              </a:spcAft>
              <a:buFont typeface="Wingdings" panose="05000000000000000000" pitchFamily="2" charset="2"/>
              <a:buChar char="q"/>
            </a:pPr>
            <a:r>
              <a:rPr lang="en-US" sz="2600" dirty="0">
                <a:solidFill>
                  <a:srgbClr val="0070C0"/>
                </a:solidFill>
                <a:latin typeface="Gill Sans" panose="020B0604020202020204" charset="0"/>
              </a:rPr>
              <a:t>Boolean  :   1 bit                      Stores true or false values</a:t>
            </a:r>
          </a:p>
        </p:txBody>
      </p:sp>
      <p:pic>
        <p:nvPicPr>
          <p:cNvPr id="2" name="Picture 1">
            <a:extLst>
              <a:ext uri="{FF2B5EF4-FFF2-40B4-BE49-F238E27FC236}">
                <a16:creationId xmlns:a16="http://schemas.microsoft.com/office/drawing/2014/main" id="{26A89855-90AE-39B0-225E-4A6B24CBB18E}"/>
              </a:ext>
            </a:extLst>
          </p:cNvPr>
          <p:cNvPicPr>
            <a:picLocks noChangeAspect="1"/>
          </p:cNvPicPr>
          <p:nvPr/>
        </p:nvPicPr>
        <p:blipFill>
          <a:blip r:embed="rId3"/>
          <a:stretch>
            <a:fillRect/>
          </a:stretch>
        </p:blipFill>
        <p:spPr>
          <a:xfrm>
            <a:off x="9674943" y="628268"/>
            <a:ext cx="2212258" cy="1087688"/>
          </a:xfrm>
          <a:prstGeom prst="rect">
            <a:avLst/>
          </a:prstGeom>
        </p:spPr>
      </p:pic>
    </p:spTree>
    <p:extLst>
      <p:ext uri="{BB962C8B-B14F-4D97-AF65-F5344CB8AC3E}">
        <p14:creationId xmlns:p14="http://schemas.microsoft.com/office/powerpoint/2010/main" val="23944375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485273" y="365125"/>
            <a:ext cx="10515600" cy="118064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Gill Sans"/>
              <a:buNone/>
            </a:pPr>
            <a:r>
              <a:rPr lang="en-IN" sz="4400" b="1" dirty="0"/>
              <a:t>VARIABLES</a:t>
            </a:r>
            <a:endParaRPr sz="4400" b="1" dirty="0"/>
          </a:p>
        </p:txBody>
      </p:sp>
      <p:sp>
        <p:nvSpPr>
          <p:cNvPr id="126" name="Google Shape;126;p15"/>
          <p:cNvSpPr txBox="1">
            <a:spLocks noGrp="1"/>
          </p:cNvSpPr>
          <p:nvPr>
            <p:ph type="body" idx="1"/>
          </p:nvPr>
        </p:nvSpPr>
        <p:spPr>
          <a:xfrm>
            <a:off x="613610" y="1861086"/>
            <a:ext cx="10515600" cy="4294903"/>
          </a:xfrm>
          <a:prstGeom prst="rect">
            <a:avLst/>
          </a:prstGeom>
          <a:noFill/>
          <a:ln>
            <a:noFill/>
          </a:ln>
        </p:spPr>
        <p:txBody>
          <a:bodyPr spcFirstLastPara="1" wrap="square" lIns="91425" tIns="45700" rIns="91425" bIns="45700" anchor="t" anchorCtr="0">
            <a:normAutofit/>
          </a:bodyPr>
          <a:lstStyle/>
          <a:p>
            <a:pPr rtl="0" fontAlgn="base">
              <a:lnSpc>
                <a:spcPct val="150000"/>
              </a:lnSpc>
              <a:spcBef>
                <a:spcPts val="0"/>
              </a:spcBef>
              <a:spcAft>
                <a:spcPts val="0"/>
              </a:spcAft>
              <a:buFont typeface="Wingdings" panose="05000000000000000000" pitchFamily="2" charset="2"/>
              <a:buChar char="q"/>
            </a:pPr>
            <a:r>
              <a:rPr lang="en-US" sz="2600" dirty="0">
                <a:solidFill>
                  <a:srgbClr val="0070C0"/>
                </a:solidFill>
                <a:latin typeface="Gill Sans" panose="020B0604020202020204" charset="0"/>
              </a:rPr>
              <a:t>Variables are containers for storing data values.</a:t>
            </a:r>
          </a:p>
          <a:p>
            <a:pPr rtl="0" fontAlgn="base">
              <a:lnSpc>
                <a:spcPct val="150000"/>
              </a:lnSpc>
              <a:spcBef>
                <a:spcPts val="0"/>
              </a:spcBef>
              <a:spcAft>
                <a:spcPts val="0"/>
              </a:spcAft>
              <a:buFont typeface="Wingdings" panose="05000000000000000000" pitchFamily="2" charset="2"/>
              <a:buChar char="q"/>
            </a:pPr>
            <a:r>
              <a:rPr lang="en-US" sz="2600" dirty="0">
                <a:solidFill>
                  <a:srgbClr val="0070C0"/>
                </a:solidFill>
                <a:latin typeface="Gill Sans" panose="020B0604020202020204" charset="0"/>
              </a:rPr>
              <a:t>Types of variables:</a:t>
            </a:r>
          </a:p>
          <a:p>
            <a:pPr rtl="0" fontAlgn="base">
              <a:lnSpc>
                <a:spcPct val="150000"/>
              </a:lnSpc>
              <a:spcBef>
                <a:spcPts val="0"/>
              </a:spcBef>
              <a:spcAft>
                <a:spcPts val="0"/>
              </a:spcAft>
              <a:buFont typeface="Wingdings" panose="05000000000000000000" pitchFamily="2" charset="2"/>
              <a:buChar char="q"/>
            </a:pPr>
            <a:r>
              <a:rPr lang="en-US" sz="2600" dirty="0">
                <a:solidFill>
                  <a:srgbClr val="0070C0"/>
                </a:solidFill>
                <a:latin typeface="Gill Sans" panose="020B0604020202020204" charset="0"/>
              </a:rPr>
              <a:t>1)local variable</a:t>
            </a:r>
          </a:p>
          <a:p>
            <a:pPr rtl="0" fontAlgn="base">
              <a:lnSpc>
                <a:spcPct val="150000"/>
              </a:lnSpc>
              <a:spcBef>
                <a:spcPts val="0"/>
              </a:spcBef>
              <a:spcAft>
                <a:spcPts val="0"/>
              </a:spcAft>
              <a:buFont typeface="Wingdings" panose="05000000000000000000" pitchFamily="2" charset="2"/>
              <a:buChar char="q"/>
            </a:pPr>
            <a:r>
              <a:rPr lang="en-US" sz="2600" dirty="0">
                <a:solidFill>
                  <a:srgbClr val="0070C0"/>
                </a:solidFill>
                <a:latin typeface="Gill Sans" panose="020B0604020202020204" charset="0"/>
              </a:rPr>
              <a:t>2)global variable/non-static/instance</a:t>
            </a:r>
          </a:p>
          <a:p>
            <a:pPr rtl="0" fontAlgn="base">
              <a:lnSpc>
                <a:spcPct val="150000"/>
              </a:lnSpc>
              <a:spcBef>
                <a:spcPts val="0"/>
              </a:spcBef>
              <a:spcAft>
                <a:spcPts val="0"/>
              </a:spcAft>
              <a:buFont typeface="Wingdings" panose="05000000000000000000" pitchFamily="2" charset="2"/>
              <a:buChar char="q"/>
            </a:pPr>
            <a:r>
              <a:rPr lang="en-US" sz="2600" dirty="0">
                <a:solidFill>
                  <a:srgbClr val="0070C0"/>
                </a:solidFill>
                <a:latin typeface="Gill Sans" panose="020B0604020202020204" charset="0"/>
              </a:rPr>
              <a:t>3)static variable</a:t>
            </a:r>
          </a:p>
        </p:txBody>
      </p:sp>
      <p:pic>
        <p:nvPicPr>
          <p:cNvPr id="2" name="Picture 1">
            <a:extLst>
              <a:ext uri="{FF2B5EF4-FFF2-40B4-BE49-F238E27FC236}">
                <a16:creationId xmlns:a16="http://schemas.microsoft.com/office/drawing/2014/main" id="{26A89855-90AE-39B0-225E-4A6B24CBB18E}"/>
              </a:ext>
            </a:extLst>
          </p:cNvPr>
          <p:cNvPicPr>
            <a:picLocks noChangeAspect="1"/>
          </p:cNvPicPr>
          <p:nvPr/>
        </p:nvPicPr>
        <p:blipFill>
          <a:blip r:embed="rId3"/>
          <a:stretch>
            <a:fillRect/>
          </a:stretch>
        </p:blipFill>
        <p:spPr>
          <a:xfrm>
            <a:off x="9674943" y="628268"/>
            <a:ext cx="2212258" cy="1087688"/>
          </a:xfrm>
          <a:prstGeom prst="rect">
            <a:avLst/>
          </a:prstGeom>
        </p:spPr>
      </p:pic>
    </p:spTree>
    <p:extLst>
      <p:ext uri="{BB962C8B-B14F-4D97-AF65-F5344CB8AC3E}">
        <p14:creationId xmlns:p14="http://schemas.microsoft.com/office/powerpoint/2010/main" val="11890879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485273" y="365125"/>
            <a:ext cx="10515600" cy="118064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Gill Sans"/>
              <a:buNone/>
            </a:pPr>
            <a:r>
              <a:rPr lang="en-IN" sz="4400" b="1" dirty="0"/>
              <a:t>METHODS</a:t>
            </a:r>
            <a:endParaRPr sz="4400" b="1" dirty="0"/>
          </a:p>
        </p:txBody>
      </p:sp>
      <p:sp>
        <p:nvSpPr>
          <p:cNvPr id="126" name="Google Shape;126;p15"/>
          <p:cNvSpPr txBox="1">
            <a:spLocks noGrp="1"/>
          </p:cNvSpPr>
          <p:nvPr>
            <p:ph type="body" idx="1"/>
          </p:nvPr>
        </p:nvSpPr>
        <p:spPr>
          <a:xfrm>
            <a:off x="613610" y="1861086"/>
            <a:ext cx="10515600" cy="4294903"/>
          </a:xfrm>
          <a:prstGeom prst="rect">
            <a:avLst/>
          </a:prstGeom>
          <a:noFill/>
          <a:ln>
            <a:noFill/>
          </a:ln>
        </p:spPr>
        <p:txBody>
          <a:bodyPr spcFirstLastPara="1" wrap="square" lIns="91425" tIns="45700" rIns="91425" bIns="45700" anchor="t" anchorCtr="0">
            <a:normAutofit/>
          </a:bodyPr>
          <a:lstStyle/>
          <a:p>
            <a:pPr rtl="0" fontAlgn="base">
              <a:lnSpc>
                <a:spcPct val="150000"/>
              </a:lnSpc>
              <a:spcBef>
                <a:spcPts val="0"/>
              </a:spcBef>
              <a:spcAft>
                <a:spcPts val="0"/>
              </a:spcAft>
              <a:buFont typeface="Wingdings" panose="05000000000000000000" pitchFamily="2" charset="2"/>
              <a:buChar char="q"/>
            </a:pPr>
            <a:r>
              <a:rPr lang="en-US" sz="2600" dirty="0">
                <a:solidFill>
                  <a:srgbClr val="0070C0"/>
                </a:solidFill>
                <a:latin typeface="Gill Sans" panose="020B0604020202020204" charset="0"/>
              </a:rPr>
              <a:t>Method is a block of code which can be used to perform a specific action.</a:t>
            </a:r>
          </a:p>
          <a:p>
            <a:pPr rtl="0" fontAlgn="base">
              <a:lnSpc>
                <a:spcPct val="150000"/>
              </a:lnSpc>
              <a:spcBef>
                <a:spcPts val="0"/>
              </a:spcBef>
              <a:spcAft>
                <a:spcPts val="0"/>
              </a:spcAft>
              <a:buFont typeface="Wingdings" panose="05000000000000000000" pitchFamily="2" charset="2"/>
              <a:buChar char="q"/>
            </a:pPr>
            <a:r>
              <a:rPr lang="en-US" sz="2600" dirty="0">
                <a:solidFill>
                  <a:srgbClr val="0070C0"/>
                </a:solidFill>
                <a:latin typeface="Gill Sans" panose="020B0604020202020204" charset="0"/>
              </a:rPr>
              <a:t> Types of methods:</a:t>
            </a:r>
          </a:p>
          <a:p>
            <a:pPr rtl="0" fontAlgn="base">
              <a:lnSpc>
                <a:spcPct val="150000"/>
              </a:lnSpc>
              <a:spcBef>
                <a:spcPts val="0"/>
              </a:spcBef>
              <a:spcAft>
                <a:spcPts val="0"/>
              </a:spcAft>
              <a:buFont typeface="Wingdings" panose="05000000000000000000" pitchFamily="2" charset="2"/>
              <a:buChar char="q"/>
            </a:pPr>
            <a:r>
              <a:rPr lang="en-US" sz="2600" dirty="0">
                <a:solidFill>
                  <a:srgbClr val="0070C0"/>
                </a:solidFill>
                <a:latin typeface="Gill Sans" panose="020B0604020202020204" charset="0"/>
              </a:rPr>
              <a:t>1)non-static/instance methods</a:t>
            </a:r>
          </a:p>
          <a:p>
            <a:pPr rtl="0" fontAlgn="base">
              <a:lnSpc>
                <a:spcPct val="150000"/>
              </a:lnSpc>
              <a:spcBef>
                <a:spcPts val="0"/>
              </a:spcBef>
              <a:spcAft>
                <a:spcPts val="0"/>
              </a:spcAft>
              <a:buFont typeface="Wingdings" panose="05000000000000000000" pitchFamily="2" charset="2"/>
              <a:buChar char="q"/>
            </a:pPr>
            <a:r>
              <a:rPr lang="en-US" sz="2600" dirty="0">
                <a:solidFill>
                  <a:srgbClr val="0070C0"/>
                </a:solidFill>
                <a:latin typeface="Gill Sans" panose="020B0604020202020204" charset="0"/>
              </a:rPr>
              <a:t>2) static methods</a:t>
            </a:r>
          </a:p>
        </p:txBody>
      </p:sp>
      <p:pic>
        <p:nvPicPr>
          <p:cNvPr id="2" name="Picture 1">
            <a:extLst>
              <a:ext uri="{FF2B5EF4-FFF2-40B4-BE49-F238E27FC236}">
                <a16:creationId xmlns:a16="http://schemas.microsoft.com/office/drawing/2014/main" id="{26A89855-90AE-39B0-225E-4A6B24CBB18E}"/>
              </a:ext>
            </a:extLst>
          </p:cNvPr>
          <p:cNvPicPr>
            <a:picLocks noChangeAspect="1"/>
          </p:cNvPicPr>
          <p:nvPr/>
        </p:nvPicPr>
        <p:blipFill>
          <a:blip r:embed="rId3"/>
          <a:stretch>
            <a:fillRect/>
          </a:stretch>
        </p:blipFill>
        <p:spPr>
          <a:xfrm>
            <a:off x="9674943" y="628268"/>
            <a:ext cx="2212258" cy="1087688"/>
          </a:xfrm>
          <a:prstGeom prst="rect">
            <a:avLst/>
          </a:prstGeom>
        </p:spPr>
      </p:pic>
    </p:spTree>
    <p:extLst>
      <p:ext uri="{BB962C8B-B14F-4D97-AF65-F5344CB8AC3E}">
        <p14:creationId xmlns:p14="http://schemas.microsoft.com/office/powerpoint/2010/main" val="16640579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485273" y="299810"/>
            <a:ext cx="10515600" cy="118064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Gill Sans"/>
              <a:buNone/>
            </a:pPr>
            <a:r>
              <a:rPr lang="en-IN" sz="4400" b="1" dirty="0"/>
              <a:t>OPERATORS</a:t>
            </a:r>
            <a:endParaRPr sz="4400" b="1" dirty="0"/>
          </a:p>
        </p:txBody>
      </p:sp>
      <p:sp>
        <p:nvSpPr>
          <p:cNvPr id="126" name="Google Shape;126;p15"/>
          <p:cNvSpPr txBox="1">
            <a:spLocks noGrp="1"/>
          </p:cNvSpPr>
          <p:nvPr>
            <p:ph type="body" idx="1"/>
          </p:nvPr>
        </p:nvSpPr>
        <p:spPr>
          <a:xfrm>
            <a:off x="613610" y="1861086"/>
            <a:ext cx="10515600" cy="4294903"/>
          </a:xfrm>
          <a:prstGeom prst="rect">
            <a:avLst/>
          </a:prstGeom>
          <a:noFill/>
          <a:ln>
            <a:noFill/>
          </a:ln>
        </p:spPr>
        <p:txBody>
          <a:bodyPr spcFirstLastPara="1" wrap="square" lIns="91425" tIns="45700" rIns="91425" bIns="45700" anchor="t" anchorCtr="0">
            <a:noAutofit/>
          </a:bodyPr>
          <a:lstStyle/>
          <a:p>
            <a:pPr rtl="0" fontAlgn="base">
              <a:lnSpc>
                <a:spcPct val="150000"/>
              </a:lnSpc>
              <a:spcBef>
                <a:spcPts val="0"/>
              </a:spcBef>
              <a:spcAft>
                <a:spcPts val="0"/>
              </a:spcAft>
              <a:buFont typeface="Wingdings" panose="05000000000000000000" pitchFamily="2" charset="2"/>
              <a:buChar char="q"/>
            </a:pPr>
            <a:r>
              <a:rPr lang="en-US" sz="2200" dirty="0">
                <a:solidFill>
                  <a:srgbClr val="0070C0"/>
                </a:solidFill>
                <a:latin typeface="Gill Sans" panose="020B0604020202020204" charset="0"/>
              </a:rPr>
              <a:t>An operator is a symbol that is reserved for special tasks or operations. Operators are used to performing operations on the operands. </a:t>
            </a:r>
          </a:p>
          <a:p>
            <a:pPr rtl="0" fontAlgn="base">
              <a:lnSpc>
                <a:spcPct val="150000"/>
              </a:lnSpc>
              <a:spcBef>
                <a:spcPts val="0"/>
              </a:spcBef>
              <a:spcAft>
                <a:spcPts val="0"/>
              </a:spcAft>
              <a:buFont typeface="Wingdings" panose="05000000000000000000" pitchFamily="2" charset="2"/>
              <a:buChar char="q"/>
            </a:pPr>
            <a:r>
              <a:rPr lang="en-US" sz="2200" dirty="0">
                <a:solidFill>
                  <a:srgbClr val="0070C0"/>
                </a:solidFill>
                <a:latin typeface="Gill Sans" panose="020B0604020202020204" charset="0"/>
              </a:rPr>
              <a:t>Java supports a rich set of operators. </a:t>
            </a:r>
          </a:p>
          <a:p>
            <a:pPr rtl="0" fontAlgn="base">
              <a:lnSpc>
                <a:spcPct val="150000"/>
              </a:lnSpc>
              <a:spcBef>
                <a:spcPts val="0"/>
              </a:spcBef>
              <a:spcAft>
                <a:spcPts val="0"/>
              </a:spcAft>
              <a:buFont typeface="Wingdings" panose="05000000000000000000" pitchFamily="2" charset="2"/>
              <a:buChar char="q"/>
            </a:pPr>
            <a:r>
              <a:rPr lang="en-US" sz="2200" dirty="0">
                <a:solidFill>
                  <a:srgbClr val="0070C0"/>
                </a:solidFill>
                <a:latin typeface="Gill Sans" panose="020B0604020202020204" charset="0"/>
              </a:rPr>
              <a:t>I) Arithmetic Operators</a:t>
            </a:r>
          </a:p>
          <a:p>
            <a:pPr rtl="0" fontAlgn="base">
              <a:lnSpc>
                <a:spcPct val="150000"/>
              </a:lnSpc>
              <a:spcBef>
                <a:spcPts val="0"/>
              </a:spcBef>
              <a:spcAft>
                <a:spcPts val="0"/>
              </a:spcAft>
              <a:buFont typeface="Wingdings" panose="05000000000000000000" pitchFamily="2" charset="2"/>
              <a:buChar char="q"/>
            </a:pPr>
            <a:r>
              <a:rPr lang="en-US" sz="2200" dirty="0" err="1">
                <a:solidFill>
                  <a:srgbClr val="0070C0"/>
                </a:solidFill>
                <a:latin typeface="Gill Sans" panose="020B0604020202020204" charset="0"/>
              </a:rPr>
              <a:t>Ii</a:t>
            </a:r>
            <a:r>
              <a:rPr lang="en-US" sz="2200" dirty="0">
                <a:solidFill>
                  <a:srgbClr val="0070C0"/>
                </a:solidFill>
                <a:latin typeface="Gill Sans" panose="020B0604020202020204" charset="0"/>
              </a:rPr>
              <a:t>) Relational Operators</a:t>
            </a:r>
          </a:p>
          <a:p>
            <a:pPr rtl="0" fontAlgn="base">
              <a:lnSpc>
                <a:spcPct val="150000"/>
              </a:lnSpc>
              <a:spcBef>
                <a:spcPts val="0"/>
              </a:spcBef>
              <a:spcAft>
                <a:spcPts val="0"/>
              </a:spcAft>
              <a:buFont typeface="Wingdings" panose="05000000000000000000" pitchFamily="2" charset="2"/>
              <a:buChar char="q"/>
            </a:pPr>
            <a:r>
              <a:rPr lang="en-US" sz="2200" dirty="0" err="1">
                <a:solidFill>
                  <a:srgbClr val="0070C0"/>
                </a:solidFill>
                <a:latin typeface="Gill Sans" panose="020B0604020202020204" charset="0"/>
              </a:rPr>
              <a:t>Iii</a:t>
            </a:r>
            <a:r>
              <a:rPr lang="en-US" sz="2200" dirty="0">
                <a:solidFill>
                  <a:srgbClr val="0070C0"/>
                </a:solidFill>
                <a:latin typeface="Gill Sans" panose="020B0604020202020204" charset="0"/>
              </a:rPr>
              <a:t>) Logical Operators</a:t>
            </a:r>
          </a:p>
          <a:p>
            <a:pPr rtl="0" fontAlgn="base">
              <a:lnSpc>
                <a:spcPct val="150000"/>
              </a:lnSpc>
              <a:spcBef>
                <a:spcPts val="0"/>
              </a:spcBef>
              <a:spcAft>
                <a:spcPts val="0"/>
              </a:spcAft>
              <a:buFont typeface="Wingdings" panose="05000000000000000000" pitchFamily="2" charset="2"/>
              <a:buChar char="q"/>
            </a:pPr>
            <a:r>
              <a:rPr lang="en-US" sz="2200" dirty="0">
                <a:solidFill>
                  <a:srgbClr val="0070C0"/>
                </a:solidFill>
                <a:latin typeface="Gill Sans" panose="020B0604020202020204" charset="0"/>
              </a:rPr>
              <a:t>Iv) Assignment Operator.</a:t>
            </a:r>
          </a:p>
        </p:txBody>
      </p:sp>
      <p:pic>
        <p:nvPicPr>
          <p:cNvPr id="2" name="Picture 1">
            <a:extLst>
              <a:ext uri="{FF2B5EF4-FFF2-40B4-BE49-F238E27FC236}">
                <a16:creationId xmlns:a16="http://schemas.microsoft.com/office/drawing/2014/main" id="{26A89855-90AE-39B0-225E-4A6B24CBB18E}"/>
              </a:ext>
            </a:extLst>
          </p:cNvPr>
          <p:cNvPicPr>
            <a:picLocks noChangeAspect="1"/>
          </p:cNvPicPr>
          <p:nvPr/>
        </p:nvPicPr>
        <p:blipFill>
          <a:blip r:embed="rId3"/>
          <a:stretch>
            <a:fillRect/>
          </a:stretch>
        </p:blipFill>
        <p:spPr>
          <a:xfrm>
            <a:off x="9674943" y="628268"/>
            <a:ext cx="2212258" cy="1087688"/>
          </a:xfrm>
          <a:prstGeom prst="rect">
            <a:avLst/>
          </a:prstGeom>
        </p:spPr>
      </p:pic>
    </p:spTree>
    <p:extLst>
      <p:ext uri="{BB962C8B-B14F-4D97-AF65-F5344CB8AC3E}">
        <p14:creationId xmlns:p14="http://schemas.microsoft.com/office/powerpoint/2010/main" val="17824277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485273" y="365125"/>
            <a:ext cx="10515600" cy="118064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Gill Sans"/>
              <a:buNone/>
            </a:pPr>
            <a:r>
              <a:rPr lang="en-IN" sz="4400" b="1" dirty="0"/>
              <a:t>CONTROL FLOW STATEMENTS</a:t>
            </a:r>
            <a:endParaRPr sz="4400" b="1" dirty="0"/>
          </a:p>
        </p:txBody>
      </p:sp>
      <p:sp>
        <p:nvSpPr>
          <p:cNvPr id="126" name="Google Shape;126;p15"/>
          <p:cNvSpPr txBox="1">
            <a:spLocks noGrp="1"/>
          </p:cNvSpPr>
          <p:nvPr>
            <p:ph type="body" idx="1"/>
          </p:nvPr>
        </p:nvSpPr>
        <p:spPr>
          <a:xfrm>
            <a:off x="613610" y="1861086"/>
            <a:ext cx="10515600" cy="4528828"/>
          </a:xfrm>
          <a:prstGeom prst="rect">
            <a:avLst/>
          </a:prstGeom>
          <a:noFill/>
          <a:ln>
            <a:noFill/>
          </a:ln>
        </p:spPr>
        <p:txBody>
          <a:bodyPr spcFirstLastPara="1" wrap="square" lIns="91425" tIns="45700" rIns="91425" bIns="45700" anchor="t" anchorCtr="0">
            <a:noAutofit/>
          </a:bodyPr>
          <a:lstStyle/>
          <a:p>
            <a:pPr rtl="0" fontAlgn="base">
              <a:lnSpc>
                <a:spcPct val="150000"/>
              </a:lnSpc>
              <a:spcBef>
                <a:spcPts val="0"/>
              </a:spcBef>
              <a:spcAft>
                <a:spcPts val="0"/>
              </a:spcAft>
              <a:buFont typeface="Wingdings" panose="05000000000000000000" pitchFamily="2" charset="2"/>
              <a:buChar char="q"/>
            </a:pPr>
            <a:r>
              <a:rPr lang="en-US" sz="2800" dirty="0">
                <a:solidFill>
                  <a:srgbClr val="0070C0"/>
                </a:solidFill>
                <a:latin typeface="Gill Sans" panose="020B0604020202020204" charset="0"/>
              </a:rPr>
              <a:t>There are 3 types of control flow statements supported by the Java programming language:</a:t>
            </a:r>
          </a:p>
          <a:p>
            <a:pPr rtl="0" fontAlgn="base">
              <a:lnSpc>
                <a:spcPct val="150000"/>
              </a:lnSpc>
              <a:spcBef>
                <a:spcPts val="0"/>
              </a:spcBef>
              <a:spcAft>
                <a:spcPts val="0"/>
              </a:spcAft>
              <a:buFont typeface="Wingdings" panose="05000000000000000000" pitchFamily="2" charset="2"/>
              <a:buChar char="q"/>
            </a:pPr>
            <a:r>
              <a:rPr lang="en-US" sz="2800" dirty="0">
                <a:solidFill>
                  <a:srgbClr val="0070C0"/>
                </a:solidFill>
                <a:latin typeface="Gill Sans" panose="020B0604020202020204" charset="0"/>
              </a:rPr>
              <a:t>a) Decision-making statements: if-then, if-then-else, switch</a:t>
            </a:r>
          </a:p>
          <a:p>
            <a:pPr rtl="0" fontAlgn="base">
              <a:lnSpc>
                <a:spcPct val="150000"/>
              </a:lnSpc>
              <a:spcBef>
                <a:spcPts val="0"/>
              </a:spcBef>
              <a:spcAft>
                <a:spcPts val="0"/>
              </a:spcAft>
              <a:buFont typeface="Wingdings" panose="05000000000000000000" pitchFamily="2" charset="2"/>
              <a:buChar char="q"/>
            </a:pPr>
            <a:r>
              <a:rPr lang="en-US" sz="2800" dirty="0">
                <a:solidFill>
                  <a:srgbClr val="0070C0"/>
                </a:solidFill>
                <a:latin typeface="Gill Sans" panose="020B0604020202020204" charset="0"/>
              </a:rPr>
              <a:t>b) Looping statements: for, while and do-while</a:t>
            </a:r>
          </a:p>
          <a:p>
            <a:pPr rtl="0" fontAlgn="base">
              <a:lnSpc>
                <a:spcPct val="150000"/>
              </a:lnSpc>
              <a:spcBef>
                <a:spcPts val="0"/>
              </a:spcBef>
              <a:spcAft>
                <a:spcPts val="0"/>
              </a:spcAft>
              <a:buFont typeface="Wingdings" panose="05000000000000000000" pitchFamily="2" charset="2"/>
              <a:buChar char="q"/>
            </a:pPr>
            <a:r>
              <a:rPr lang="en-US" sz="2800" dirty="0">
                <a:solidFill>
                  <a:srgbClr val="0070C0"/>
                </a:solidFill>
                <a:latin typeface="Gill Sans" panose="020B0604020202020204" charset="0"/>
              </a:rPr>
              <a:t>c) Branching statements: break, continue, return</a:t>
            </a:r>
          </a:p>
        </p:txBody>
      </p:sp>
      <p:pic>
        <p:nvPicPr>
          <p:cNvPr id="2" name="Picture 1">
            <a:extLst>
              <a:ext uri="{FF2B5EF4-FFF2-40B4-BE49-F238E27FC236}">
                <a16:creationId xmlns:a16="http://schemas.microsoft.com/office/drawing/2014/main" id="{26A89855-90AE-39B0-225E-4A6B24CBB18E}"/>
              </a:ext>
            </a:extLst>
          </p:cNvPr>
          <p:cNvPicPr>
            <a:picLocks noChangeAspect="1"/>
          </p:cNvPicPr>
          <p:nvPr/>
        </p:nvPicPr>
        <p:blipFill>
          <a:blip r:embed="rId3"/>
          <a:stretch>
            <a:fillRect/>
          </a:stretch>
        </p:blipFill>
        <p:spPr>
          <a:xfrm>
            <a:off x="9674943" y="628268"/>
            <a:ext cx="2212258" cy="1087688"/>
          </a:xfrm>
          <a:prstGeom prst="rect">
            <a:avLst/>
          </a:prstGeom>
        </p:spPr>
      </p:pic>
    </p:spTree>
    <p:extLst>
      <p:ext uri="{BB962C8B-B14F-4D97-AF65-F5344CB8AC3E}">
        <p14:creationId xmlns:p14="http://schemas.microsoft.com/office/powerpoint/2010/main" val="36499387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485273" y="365125"/>
            <a:ext cx="10515600" cy="118064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Gill Sans"/>
              <a:buNone/>
            </a:pPr>
            <a:r>
              <a:rPr lang="en-IN" sz="4400" b="1" dirty="0"/>
              <a:t>LOOPS</a:t>
            </a:r>
            <a:endParaRPr sz="4400" b="1" dirty="0"/>
          </a:p>
        </p:txBody>
      </p:sp>
      <p:sp>
        <p:nvSpPr>
          <p:cNvPr id="126" name="Google Shape;126;p15"/>
          <p:cNvSpPr txBox="1">
            <a:spLocks noGrp="1"/>
          </p:cNvSpPr>
          <p:nvPr>
            <p:ph type="body" idx="1"/>
          </p:nvPr>
        </p:nvSpPr>
        <p:spPr>
          <a:xfrm>
            <a:off x="613610" y="1861086"/>
            <a:ext cx="10515600" cy="4528828"/>
          </a:xfrm>
          <a:prstGeom prst="rect">
            <a:avLst/>
          </a:prstGeom>
          <a:noFill/>
          <a:ln>
            <a:noFill/>
          </a:ln>
        </p:spPr>
        <p:txBody>
          <a:bodyPr spcFirstLastPara="1" wrap="square" lIns="91425" tIns="45700" rIns="91425" bIns="45700" anchor="t" anchorCtr="0">
            <a:noAutofit/>
          </a:bodyPr>
          <a:lstStyle/>
          <a:p>
            <a:pPr rtl="0" fontAlgn="base">
              <a:lnSpc>
                <a:spcPct val="150000"/>
              </a:lnSpc>
              <a:spcBef>
                <a:spcPts val="0"/>
              </a:spcBef>
              <a:spcAft>
                <a:spcPts val="0"/>
              </a:spcAft>
              <a:buFont typeface="Wingdings" panose="05000000000000000000" pitchFamily="2" charset="2"/>
              <a:buChar char="q"/>
            </a:pPr>
            <a:r>
              <a:rPr lang="en-US" sz="2400" dirty="0">
                <a:solidFill>
                  <a:srgbClr val="0070C0"/>
                </a:solidFill>
                <a:latin typeface="Gill Sans" panose="020B0604020202020204" charset="0"/>
              </a:rPr>
              <a:t>Loop is used to execute a particular code block multiple times until a given condition holds true or until all the elements of a given JavaScript object like Array or List are completely traversed.</a:t>
            </a:r>
          </a:p>
          <a:p>
            <a:pPr rtl="0" fontAlgn="base">
              <a:lnSpc>
                <a:spcPct val="150000"/>
              </a:lnSpc>
              <a:spcBef>
                <a:spcPts val="0"/>
              </a:spcBef>
              <a:spcAft>
                <a:spcPts val="0"/>
              </a:spcAft>
              <a:buFont typeface="Wingdings" panose="05000000000000000000" pitchFamily="2" charset="2"/>
              <a:buChar char="q"/>
            </a:pPr>
            <a:r>
              <a:rPr lang="en-US" sz="2400" dirty="0">
                <a:solidFill>
                  <a:srgbClr val="0070C0"/>
                </a:solidFill>
                <a:latin typeface="Gill Sans" panose="020B0604020202020204" charset="0"/>
              </a:rPr>
              <a:t>I) for </a:t>
            </a:r>
          </a:p>
          <a:p>
            <a:pPr rtl="0" fontAlgn="base">
              <a:lnSpc>
                <a:spcPct val="150000"/>
              </a:lnSpc>
              <a:spcBef>
                <a:spcPts val="0"/>
              </a:spcBef>
              <a:spcAft>
                <a:spcPts val="0"/>
              </a:spcAft>
              <a:buFont typeface="Wingdings" panose="05000000000000000000" pitchFamily="2" charset="2"/>
              <a:buChar char="q"/>
            </a:pPr>
            <a:r>
              <a:rPr lang="en-US" sz="2400" dirty="0" err="1">
                <a:solidFill>
                  <a:srgbClr val="0070C0"/>
                </a:solidFill>
                <a:latin typeface="Gill Sans" panose="020B0604020202020204" charset="0"/>
              </a:rPr>
              <a:t>Ii</a:t>
            </a:r>
            <a:r>
              <a:rPr lang="en-US" sz="2400" dirty="0">
                <a:solidFill>
                  <a:srgbClr val="0070C0"/>
                </a:solidFill>
                <a:latin typeface="Gill Sans" panose="020B0604020202020204" charset="0"/>
              </a:rPr>
              <a:t>) while</a:t>
            </a:r>
          </a:p>
          <a:p>
            <a:pPr rtl="0" fontAlgn="base">
              <a:lnSpc>
                <a:spcPct val="150000"/>
              </a:lnSpc>
              <a:spcBef>
                <a:spcPts val="0"/>
              </a:spcBef>
              <a:spcAft>
                <a:spcPts val="0"/>
              </a:spcAft>
              <a:buFont typeface="Wingdings" panose="05000000000000000000" pitchFamily="2" charset="2"/>
              <a:buChar char="q"/>
            </a:pPr>
            <a:r>
              <a:rPr lang="en-US" sz="2400" dirty="0" err="1">
                <a:solidFill>
                  <a:srgbClr val="0070C0"/>
                </a:solidFill>
                <a:latin typeface="Gill Sans" panose="020B0604020202020204" charset="0"/>
              </a:rPr>
              <a:t>Iii</a:t>
            </a:r>
            <a:r>
              <a:rPr lang="en-US" sz="2400" dirty="0">
                <a:solidFill>
                  <a:srgbClr val="0070C0"/>
                </a:solidFill>
                <a:latin typeface="Gill Sans" panose="020B0604020202020204" charset="0"/>
              </a:rPr>
              <a:t>) do-while</a:t>
            </a:r>
          </a:p>
        </p:txBody>
      </p:sp>
      <p:pic>
        <p:nvPicPr>
          <p:cNvPr id="2" name="Picture 1">
            <a:extLst>
              <a:ext uri="{FF2B5EF4-FFF2-40B4-BE49-F238E27FC236}">
                <a16:creationId xmlns:a16="http://schemas.microsoft.com/office/drawing/2014/main" id="{26A89855-90AE-39B0-225E-4A6B24CBB18E}"/>
              </a:ext>
            </a:extLst>
          </p:cNvPr>
          <p:cNvPicPr>
            <a:picLocks noChangeAspect="1"/>
          </p:cNvPicPr>
          <p:nvPr/>
        </p:nvPicPr>
        <p:blipFill>
          <a:blip r:embed="rId3"/>
          <a:stretch>
            <a:fillRect/>
          </a:stretch>
        </p:blipFill>
        <p:spPr>
          <a:xfrm>
            <a:off x="9674943" y="628268"/>
            <a:ext cx="2212258" cy="1087688"/>
          </a:xfrm>
          <a:prstGeom prst="rect">
            <a:avLst/>
          </a:prstGeom>
        </p:spPr>
      </p:pic>
    </p:spTree>
    <p:extLst>
      <p:ext uri="{BB962C8B-B14F-4D97-AF65-F5344CB8AC3E}">
        <p14:creationId xmlns:p14="http://schemas.microsoft.com/office/powerpoint/2010/main" val="4478644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485273" y="365125"/>
            <a:ext cx="10515600" cy="118064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Gill Sans"/>
              <a:buNone/>
            </a:pPr>
            <a:r>
              <a:rPr lang="en-IN" sz="4400" b="1" dirty="0"/>
              <a:t>CONSTRUCTOR</a:t>
            </a:r>
            <a:endParaRPr sz="4400" b="1" dirty="0"/>
          </a:p>
        </p:txBody>
      </p:sp>
      <p:sp>
        <p:nvSpPr>
          <p:cNvPr id="126" name="Google Shape;126;p15"/>
          <p:cNvSpPr txBox="1">
            <a:spLocks noGrp="1"/>
          </p:cNvSpPr>
          <p:nvPr>
            <p:ph type="body" idx="1"/>
          </p:nvPr>
        </p:nvSpPr>
        <p:spPr>
          <a:xfrm>
            <a:off x="613610" y="1861086"/>
            <a:ext cx="10515600" cy="4528828"/>
          </a:xfrm>
          <a:prstGeom prst="rect">
            <a:avLst/>
          </a:prstGeom>
          <a:noFill/>
          <a:ln>
            <a:noFill/>
          </a:ln>
        </p:spPr>
        <p:txBody>
          <a:bodyPr spcFirstLastPara="1" wrap="square" lIns="91425" tIns="45700" rIns="91425" bIns="45700" anchor="t" anchorCtr="0">
            <a:noAutofit/>
          </a:bodyPr>
          <a:lstStyle/>
          <a:p>
            <a:pPr rtl="0" fontAlgn="base">
              <a:lnSpc>
                <a:spcPct val="150000"/>
              </a:lnSpc>
              <a:spcBef>
                <a:spcPts val="0"/>
              </a:spcBef>
              <a:spcAft>
                <a:spcPts val="0"/>
              </a:spcAft>
              <a:buFont typeface="Wingdings" panose="05000000000000000000" pitchFamily="2" charset="2"/>
              <a:buChar char="q"/>
            </a:pPr>
            <a:r>
              <a:rPr lang="en-US" sz="2400" dirty="0">
                <a:solidFill>
                  <a:srgbClr val="0070C0"/>
                </a:solidFill>
                <a:latin typeface="Gill Sans" panose="020B0604020202020204" charset="0"/>
              </a:rPr>
              <a:t>Constructor is a special method which contains same name as class name.</a:t>
            </a:r>
          </a:p>
          <a:p>
            <a:pPr rtl="0" fontAlgn="base">
              <a:lnSpc>
                <a:spcPct val="150000"/>
              </a:lnSpc>
              <a:spcBef>
                <a:spcPts val="0"/>
              </a:spcBef>
              <a:spcAft>
                <a:spcPts val="0"/>
              </a:spcAft>
              <a:buFont typeface="Wingdings" panose="05000000000000000000" pitchFamily="2" charset="2"/>
              <a:buChar char="q"/>
            </a:pPr>
            <a:r>
              <a:rPr lang="en-US" sz="2400" dirty="0">
                <a:solidFill>
                  <a:srgbClr val="0070C0"/>
                </a:solidFill>
                <a:latin typeface="Gill Sans" panose="020B0604020202020204" charset="0"/>
              </a:rPr>
              <a:t>No return type even void also.</a:t>
            </a:r>
          </a:p>
          <a:p>
            <a:pPr rtl="0" fontAlgn="base">
              <a:lnSpc>
                <a:spcPct val="150000"/>
              </a:lnSpc>
              <a:spcBef>
                <a:spcPts val="0"/>
              </a:spcBef>
              <a:spcAft>
                <a:spcPts val="0"/>
              </a:spcAft>
              <a:buFont typeface="Wingdings" panose="05000000000000000000" pitchFamily="2" charset="2"/>
              <a:buChar char="q"/>
            </a:pPr>
            <a:r>
              <a:rPr lang="en-US" sz="2400" dirty="0">
                <a:solidFill>
                  <a:srgbClr val="0070C0"/>
                </a:solidFill>
                <a:latin typeface="Gill Sans" panose="020B0604020202020204" charset="0"/>
              </a:rPr>
              <a:t>Types of constructors:</a:t>
            </a:r>
          </a:p>
          <a:p>
            <a:pPr rtl="0" fontAlgn="base">
              <a:lnSpc>
                <a:spcPct val="150000"/>
              </a:lnSpc>
              <a:spcBef>
                <a:spcPts val="0"/>
              </a:spcBef>
              <a:spcAft>
                <a:spcPts val="0"/>
              </a:spcAft>
              <a:buFont typeface="Wingdings" panose="05000000000000000000" pitchFamily="2" charset="2"/>
              <a:buChar char="q"/>
            </a:pPr>
            <a:r>
              <a:rPr lang="en-US" sz="2400" dirty="0">
                <a:solidFill>
                  <a:srgbClr val="0070C0"/>
                </a:solidFill>
                <a:latin typeface="Gill Sans" panose="020B0604020202020204" charset="0"/>
              </a:rPr>
              <a:t>1) Default or no-param constructor</a:t>
            </a:r>
          </a:p>
          <a:p>
            <a:pPr rtl="0" fontAlgn="base">
              <a:lnSpc>
                <a:spcPct val="150000"/>
              </a:lnSpc>
              <a:spcBef>
                <a:spcPts val="0"/>
              </a:spcBef>
              <a:spcAft>
                <a:spcPts val="0"/>
              </a:spcAft>
              <a:buFont typeface="Wingdings" panose="05000000000000000000" pitchFamily="2" charset="2"/>
              <a:buChar char="q"/>
            </a:pPr>
            <a:r>
              <a:rPr lang="en-US" sz="2400" dirty="0">
                <a:solidFill>
                  <a:srgbClr val="0070C0"/>
                </a:solidFill>
                <a:latin typeface="Gill Sans" panose="020B0604020202020204" charset="0"/>
              </a:rPr>
              <a:t>2) Parameterized constructor</a:t>
            </a:r>
          </a:p>
          <a:p>
            <a:pPr rtl="0" fontAlgn="base">
              <a:lnSpc>
                <a:spcPct val="150000"/>
              </a:lnSpc>
              <a:spcBef>
                <a:spcPts val="0"/>
              </a:spcBef>
              <a:spcAft>
                <a:spcPts val="0"/>
              </a:spcAft>
              <a:buFont typeface="Wingdings" panose="05000000000000000000" pitchFamily="2" charset="2"/>
              <a:buChar char="q"/>
            </a:pPr>
            <a:r>
              <a:rPr lang="en-US" sz="2400" dirty="0">
                <a:solidFill>
                  <a:srgbClr val="0070C0"/>
                </a:solidFill>
                <a:latin typeface="Gill Sans" panose="020B0604020202020204" charset="0"/>
              </a:rPr>
              <a:t>3) Copy Constructor</a:t>
            </a:r>
          </a:p>
        </p:txBody>
      </p:sp>
      <p:pic>
        <p:nvPicPr>
          <p:cNvPr id="2" name="Picture 1">
            <a:extLst>
              <a:ext uri="{FF2B5EF4-FFF2-40B4-BE49-F238E27FC236}">
                <a16:creationId xmlns:a16="http://schemas.microsoft.com/office/drawing/2014/main" id="{26A89855-90AE-39B0-225E-4A6B24CBB18E}"/>
              </a:ext>
            </a:extLst>
          </p:cNvPr>
          <p:cNvPicPr>
            <a:picLocks noChangeAspect="1"/>
          </p:cNvPicPr>
          <p:nvPr/>
        </p:nvPicPr>
        <p:blipFill>
          <a:blip r:embed="rId3"/>
          <a:stretch>
            <a:fillRect/>
          </a:stretch>
        </p:blipFill>
        <p:spPr>
          <a:xfrm>
            <a:off x="9674943" y="628268"/>
            <a:ext cx="2212258" cy="1087688"/>
          </a:xfrm>
          <a:prstGeom prst="rect">
            <a:avLst/>
          </a:prstGeom>
        </p:spPr>
      </p:pic>
    </p:spTree>
    <p:extLst>
      <p:ext uri="{BB962C8B-B14F-4D97-AF65-F5344CB8AC3E}">
        <p14:creationId xmlns:p14="http://schemas.microsoft.com/office/powerpoint/2010/main" val="7551943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485273" y="365125"/>
            <a:ext cx="10515600" cy="118064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4400"/>
              <a:buFont typeface="Gill Sans"/>
              <a:buNone/>
            </a:pPr>
            <a:r>
              <a:rPr lang="en-IN" sz="4400" b="1" dirty="0"/>
              <a:t>THIS KEYWORD</a:t>
            </a:r>
            <a:endParaRPr sz="4400" b="1" dirty="0"/>
          </a:p>
        </p:txBody>
      </p:sp>
      <p:sp>
        <p:nvSpPr>
          <p:cNvPr id="126" name="Google Shape;126;p15"/>
          <p:cNvSpPr txBox="1">
            <a:spLocks noGrp="1"/>
          </p:cNvSpPr>
          <p:nvPr>
            <p:ph type="body" idx="1"/>
          </p:nvPr>
        </p:nvSpPr>
        <p:spPr>
          <a:xfrm>
            <a:off x="613610" y="1861086"/>
            <a:ext cx="10515600" cy="4528828"/>
          </a:xfrm>
          <a:prstGeom prst="rect">
            <a:avLst/>
          </a:prstGeom>
          <a:noFill/>
          <a:ln>
            <a:noFill/>
          </a:ln>
        </p:spPr>
        <p:txBody>
          <a:bodyPr spcFirstLastPara="1" wrap="square" lIns="91425" tIns="45700" rIns="91425" bIns="45700" anchor="t" anchorCtr="0">
            <a:noAutofit/>
          </a:bodyPr>
          <a:lstStyle/>
          <a:p>
            <a:pPr rtl="0" fontAlgn="base">
              <a:lnSpc>
                <a:spcPct val="150000"/>
              </a:lnSpc>
              <a:spcBef>
                <a:spcPts val="0"/>
              </a:spcBef>
              <a:spcAft>
                <a:spcPts val="0"/>
              </a:spcAft>
              <a:buFont typeface="Wingdings" panose="05000000000000000000" pitchFamily="2" charset="2"/>
              <a:buChar char="q"/>
            </a:pPr>
            <a:r>
              <a:rPr lang="en-US" sz="2400" dirty="0">
                <a:solidFill>
                  <a:srgbClr val="0070C0"/>
                </a:solidFill>
                <a:latin typeface="Gill Sans" panose="020B0604020202020204" charset="0"/>
              </a:rPr>
              <a:t>The this keyword refers to the current object in a method or constructor.</a:t>
            </a:r>
          </a:p>
          <a:p>
            <a:pPr rtl="0" fontAlgn="base">
              <a:lnSpc>
                <a:spcPct val="150000"/>
              </a:lnSpc>
              <a:spcBef>
                <a:spcPts val="0"/>
              </a:spcBef>
              <a:spcAft>
                <a:spcPts val="0"/>
              </a:spcAft>
              <a:buFont typeface="Wingdings" panose="05000000000000000000" pitchFamily="2" charset="2"/>
              <a:buChar char="q"/>
            </a:pPr>
            <a:r>
              <a:rPr lang="en-US" sz="2400" dirty="0">
                <a:solidFill>
                  <a:srgbClr val="0070C0"/>
                </a:solidFill>
                <a:latin typeface="Gill Sans" panose="020B0604020202020204" charset="0"/>
              </a:rPr>
              <a:t>To differentiate class variables and parameters with the same name.</a:t>
            </a:r>
          </a:p>
          <a:p>
            <a:pPr rtl="0" fontAlgn="base">
              <a:lnSpc>
                <a:spcPct val="150000"/>
              </a:lnSpc>
              <a:spcBef>
                <a:spcPts val="0"/>
              </a:spcBef>
              <a:spcAft>
                <a:spcPts val="0"/>
              </a:spcAft>
              <a:buFont typeface="Wingdings" panose="05000000000000000000" pitchFamily="2" charset="2"/>
              <a:buChar char="q"/>
            </a:pPr>
            <a:r>
              <a:rPr lang="en-US" sz="2400" dirty="0">
                <a:solidFill>
                  <a:srgbClr val="0070C0"/>
                </a:solidFill>
                <a:latin typeface="Gill Sans" panose="020B0604020202020204" charset="0"/>
              </a:rPr>
              <a:t> Function chaining.</a:t>
            </a:r>
          </a:p>
          <a:p>
            <a:pPr rtl="0" fontAlgn="base">
              <a:lnSpc>
                <a:spcPct val="150000"/>
              </a:lnSpc>
              <a:spcBef>
                <a:spcPts val="0"/>
              </a:spcBef>
              <a:spcAft>
                <a:spcPts val="0"/>
              </a:spcAft>
              <a:buFont typeface="Wingdings" panose="05000000000000000000" pitchFamily="2" charset="2"/>
              <a:buChar char="q"/>
            </a:pPr>
            <a:r>
              <a:rPr lang="en-US" sz="2400" dirty="0">
                <a:solidFill>
                  <a:srgbClr val="0070C0"/>
                </a:solidFill>
                <a:latin typeface="Gill Sans" panose="020B0604020202020204" charset="0"/>
              </a:rPr>
              <a:t>Constructor chaining.</a:t>
            </a:r>
          </a:p>
        </p:txBody>
      </p:sp>
      <p:pic>
        <p:nvPicPr>
          <p:cNvPr id="2" name="Picture 1">
            <a:extLst>
              <a:ext uri="{FF2B5EF4-FFF2-40B4-BE49-F238E27FC236}">
                <a16:creationId xmlns:a16="http://schemas.microsoft.com/office/drawing/2014/main" id="{26A89855-90AE-39B0-225E-4A6B24CBB18E}"/>
              </a:ext>
            </a:extLst>
          </p:cNvPr>
          <p:cNvPicPr>
            <a:picLocks noChangeAspect="1"/>
          </p:cNvPicPr>
          <p:nvPr/>
        </p:nvPicPr>
        <p:blipFill>
          <a:blip r:embed="rId3"/>
          <a:stretch>
            <a:fillRect/>
          </a:stretch>
        </p:blipFill>
        <p:spPr>
          <a:xfrm>
            <a:off x="9674943" y="628268"/>
            <a:ext cx="2212258" cy="1087688"/>
          </a:xfrm>
          <a:prstGeom prst="rect">
            <a:avLst/>
          </a:prstGeom>
        </p:spPr>
      </p:pic>
    </p:spTree>
    <p:extLst>
      <p:ext uri="{BB962C8B-B14F-4D97-AF65-F5344CB8AC3E}">
        <p14:creationId xmlns:p14="http://schemas.microsoft.com/office/powerpoint/2010/main" val="1922876815"/>
      </p:ext>
    </p:extLst>
  </p:cSld>
  <p:clrMapOvr>
    <a:masterClrMapping/>
  </p:clrMapOvr>
</p:sld>
</file>

<file path=ppt/theme/theme1.xml><?xml version="1.0" encoding="utf-8"?>
<a:theme xmlns:a="http://schemas.openxmlformats.org/drawingml/2006/main" name="Dividend">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943</TotalTime>
  <Words>1056</Words>
  <Application>Microsoft Office PowerPoint</Application>
  <PresentationFormat>Widescreen</PresentationFormat>
  <Paragraphs>183</Paragraphs>
  <Slides>30</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Noto Sans Symbols</vt:lpstr>
      <vt:lpstr>Gill Sans</vt:lpstr>
      <vt:lpstr>Calibri</vt:lpstr>
      <vt:lpstr>Arial</vt:lpstr>
      <vt:lpstr>Wingdings</vt:lpstr>
      <vt:lpstr>Dividend</vt:lpstr>
      <vt:lpstr>JAVA AGENDA FOR THE SESSION</vt:lpstr>
      <vt:lpstr>JAVA LEARNING ROADMAP</vt:lpstr>
      <vt:lpstr>WHY JAVA</vt:lpstr>
      <vt:lpstr>JAVA INTRODUCTION</vt:lpstr>
      <vt:lpstr>HISTORY OF JAVA</vt:lpstr>
      <vt:lpstr>JAVA INSTALLATION</vt:lpstr>
      <vt:lpstr>FEATURES OF JAVA</vt:lpstr>
      <vt:lpstr>SIMPLE</vt:lpstr>
      <vt:lpstr>PLATFORM INDEPENDENT</vt:lpstr>
      <vt:lpstr>PORTABLE</vt:lpstr>
      <vt:lpstr>ARCHITECTURE NEUTRAL</vt:lpstr>
      <vt:lpstr>MULTITHREADED</vt:lpstr>
      <vt:lpstr>SECURED</vt:lpstr>
      <vt:lpstr>ROBUST</vt:lpstr>
      <vt:lpstr>DISTRIBUTED</vt:lpstr>
      <vt:lpstr>OOPS</vt:lpstr>
      <vt:lpstr>CLASS</vt:lpstr>
      <vt:lpstr>CLASS</vt:lpstr>
      <vt:lpstr>OBJECT</vt:lpstr>
      <vt:lpstr>CLASS &amp; OBJECT</vt:lpstr>
      <vt:lpstr>USER INPUT</vt:lpstr>
      <vt:lpstr>DATATYPES</vt:lpstr>
      <vt:lpstr>DATATYPES</vt:lpstr>
      <vt:lpstr>VARIABLES</vt:lpstr>
      <vt:lpstr>METHODS</vt:lpstr>
      <vt:lpstr>OPERATORS</vt:lpstr>
      <vt:lpstr>CONTROL FLOW STATEMENTS</vt:lpstr>
      <vt:lpstr>LOOPS</vt:lpstr>
      <vt:lpstr>CONSTRUCTOR</vt:lpstr>
      <vt:lpstr>THIS KEYWORD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AGENDA FOR THE SESSION</dc:title>
  <dc:creator>khajarafi shaik</dc:creator>
  <cp:lastModifiedBy>Khaja Rafi Shaik</cp:lastModifiedBy>
  <cp:revision>172</cp:revision>
  <dcterms:modified xsi:type="dcterms:W3CDTF">2023-03-04T05:31:03Z</dcterms:modified>
</cp:coreProperties>
</file>