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333" r:id="rId4"/>
    <p:sldId id="335" r:id="rId5"/>
    <p:sldId id="340" r:id="rId6"/>
    <p:sldId id="341" r:id="rId7"/>
    <p:sldId id="342" r:id="rId8"/>
    <p:sldId id="344" r:id="rId9"/>
    <p:sldId id="346" r:id="rId10"/>
    <p:sldId id="347" r:id="rId11"/>
    <p:sldId id="348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Gill Sans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C9F6A4-8144-79D9-3F9A-B5A395B0C0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iot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978DD-D42A-4C36-FC75-7861ED294D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A1427-F486-4287-A86D-0FEBEDB8659B}" type="datetimeFigureOut">
              <a:rPr lang="en-IN" smtClean="0"/>
              <a:t>08-04-2023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6C253-F4AB-F561-7B0B-371B6F6ECF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EB0B4-2C36-8277-DBDF-B2F010ACCA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4DC07-FDA4-49D5-84DB-DDB1761D22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1521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iot</a:t>
            </a: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4D9951-3689-5148-1A86-97A8B9AD57AD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FB7F7C-4362-658F-B39D-3E50BF91745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51329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060326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2579081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729898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506546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255704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47895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606250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740600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037550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840032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503247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563656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265563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1355362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376622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881998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2DCAF7-4B93-5EC6-B06B-3776556E860C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r>
              <a:rPr lang="en-IN"/>
              <a:t>iot</a:t>
            </a:r>
          </a:p>
        </p:txBody>
      </p:sp>
    </p:spTree>
    <p:extLst>
      <p:ext uri="{BB962C8B-B14F-4D97-AF65-F5344CB8AC3E}">
        <p14:creationId xmlns:p14="http://schemas.microsoft.com/office/powerpoint/2010/main" val="425743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4690F-DF2A-14D4-A066-4653ED54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697" y="41151"/>
            <a:ext cx="2785303" cy="1355030"/>
          </a:xfrm>
          <a:prstGeom prst="rect">
            <a:avLst/>
          </a:prstGeom>
        </p:spPr>
      </p:pic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79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ill Sans"/>
              <a:buNone/>
            </a:pPr>
            <a:r>
              <a:rPr lang="en-IN" sz="4800" b="1" dirty="0"/>
              <a:t>JAVA</a:t>
            </a:r>
            <a:br>
              <a:rPr lang="en-IN" sz="4800" b="1" dirty="0"/>
            </a:br>
            <a:r>
              <a:rPr lang="en-IN" sz="2000" b="1" dirty="0"/>
              <a:t>AGENDA FOR THE SESSION</a:t>
            </a:r>
            <a:endParaRPr dirty="0"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602966" y="3213902"/>
            <a:ext cx="10993546" cy="308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2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JAVA8 FEATURES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72"/>
              <a:buAutoNum type="arabicPeriod"/>
            </a:pPr>
            <a:r>
              <a:rPr lang="en-IN" b="1" dirty="0">
                <a:solidFill>
                  <a:schemeClr val="lt1"/>
                </a:solidFill>
              </a:rPr>
              <a:t>JDBC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9673853" cy="85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JAVA LEARNING ROADMAP</a:t>
            </a:r>
            <a:endParaRPr sz="3800" dirty="0"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1068169" y="2071910"/>
            <a:ext cx="10002601" cy="4638218"/>
            <a:chOff x="3218" y="123392"/>
            <a:chExt cx="6714661" cy="4638218"/>
          </a:xfrm>
        </p:grpSpPr>
        <p:sp>
          <p:nvSpPr>
            <p:cNvPr id="109" name="Google Shape;109;p14"/>
            <p:cNvSpPr/>
            <p:nvPr/>
          </p:nvSpPr>
          <p:spPr>
            <a:xfrm>
              <a:off x="3218" y="123392"/>
              <a:ext cx="3137692" cy="941732"/>
            </a:xfrm>
            <a:prstGeom prst="rect">
              <a:avLst/>
            </a:prstGeom>
            <a:solidFill>
              <a:schemeClr val="accent2"/>
            </a:solidFill>
            <a:ln w="22225" cap="rnd" cmpd="sng">
              <a:solidFill>
                <a:srgbClr val="1731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3218" y="123392"/>
              <a:ext cx="3137692" cy="941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09725" rIns="192000" bIns="109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None/>
              </a:pPr>
              <a:r>
                <a:rPr lang="en-IN" sz="2700" b="1" dirty="0">
                  <a:solidFill>
                    <a:schemeClr val="lt1"/>
                  </a:solidFill>
                  <a:latin typeface="Gill Sans"/>
                  <a:sym typeface="Gill Sans"/>
                </a:rPr>
                <a:t>JAVA</a:t>
              </a:r>
              <a:endParaRPr dirty="0"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218" y="1065125"/>
              <a:ext cx="3137692" cy="369648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w="22225" cap="rnd" cmpd="sng">
              <a:solidFill>
                <a:srgbClr val="CBCCD1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3218" y="1065125"/>
              <a:ext cx="3137692" cy="3696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000" tIns="144000" rIns="192000" bIns="216025" anchor="t" anchorCtr="0">
              <a:noAutofit/>
            </a:bodyPr>
            <a:lstStyle/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Lambda Expressions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Method References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Functional Interfaces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Stream API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Default Methods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Collectors Class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Optional Class</a:t>
              </a:r>
            </a:p>
            <a:p>
              <a:pPr marR="0" lvl="1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</a:pPr>
              <a:endParaRPr lang="en-IN" sz="2700" dirty="0">
                <a:solidFill>
                  <a:schemeClr val="dk1"/>
                </a:solidFill>
                <a:latin typeface="Gill Sans"/>
                <a:sym typeface="Gill Sa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580187" y="123392"/>
              <a:ext cx="3137692" cy="941732"/>
            </a:xfrm>
            <a:prstGeom prst="rect">
              <a:avLst/>
            </a:prstGeom>
            <a:solidFill>
              <a:schemeClr val="accent2"/>
            </a:solidFill>
            <a:ln w="22225" cap="rnd" cmpd="sng">
              <a:solidFill>
                <a:srgbClr val="1731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3580187" y="123392"/>
              <a:ext cx="3137692" cy="941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2000" tIns="109725" rIns="192000" bIns="109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None/>
              </a:pPr>
              <a:r>
                <a:rPr lang="en-IN" sz="2700" b="1" dirty="0">
                  <a:solidFill>
                    <a:schemeClr val="lt1"/>
                  </a:solidFill>
                  <a:latin typeface="Gill Sans"/>
                  <a:sym typeface="Gill Sans"/>
                </a:rPr>
                <a:t>JAVA</a:t>
              </a:r>
              <a:endParaRPr lang="en-IN" dirty="0"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3580187" y="1065125"/>
              <a:ext cx="3137692" cy="369648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w="22225" cap="rnd" cmpd="sng">
              <a:solidFill>
                <a:srgbClr val="CBCCD1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3580187" y="1065125"/>
              <a:ext cx="3074957" cy="3696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000" tIns="144000" rIns="192000" bIns="216025" anchor="t" anchorCtr="0">
              <a:noAutofit/>
            </a:bodyPr>
            <a:lstStyle/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JDBC Introduction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Advantages of JDBC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JDBC Architecture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JDBC API</a:t>
              </a:r>
            </a:p>
            <a:p>
              <a:pPr marL="457200" marR="0" lvl="1" indent="-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Wingdings" panose="05000000000000000000" pitchFamily="2" charset="2"/>
                <a:buChar char="q"/>
              </a:pPr>
              <a:r>
                <a:rPr lang="en-IN" sz="2200" dirty="0">
                  <a:solidFill>
                    <a:schemeClr val="dk1"/>
                  </a:solidFill>
                  <a:latin typeface="Gill Sans"/>
                  <a:sym typeface="Gill Sans"/>
                </a:rPr>
                <a:t>Sample JDBC App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FEDC22-2C36-E53C-EA65-78A8A82B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LAMBDA EXPRESSION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Lambda expression is a new and important feature of Java which was included in Java SE 8.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provides a clear and concise way to represent one method interface using an expression.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lambda expression is treated as a function, so compiler does not create .class file.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lambda expression is consisted of three components.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8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METHOD REFERENCES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Gill Sans" panose="020B0604020202020204" charset="0"/>
              </a:rPr>
              <a:t>Method reference is used to refer method of functional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Gill Sans" panose="020B0604020202020204" charset="0"/>
              </a:rPr>
              <a:t>It is compact and easy form of lambda expression.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3000" dirty="0">
                <a:solidFill>
                  <a:srgbClr val="0070C0"/>
                </a:solidFill>
                <a:latin typeface="Gill Sans" panose="020B0604020202020204" charset="0"/>
              </a:rPr>
              <a:t> Each time when you are using lambda expression to just referring a method, you can replace your lambda expression with method reference.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FUNCTIONAL INTERFACES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 Interface that contains exactly one abstract method is known as functional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can have any number of default, static methods but can contain only one abstract method.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can also declare methods of object 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Functional Interface is also known as Single Abstract Method Interfaces or SAM Interfaces.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9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STREAM API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Stream does not store elements. It simply conveys elements from a source such as a data structure, an array, or an I/O channel, through a pipeline of computational operations.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Stream is functional in nature. Operations performed on a stream does not modify it's source.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Ex:filtering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a Stream obtained from a collection produces a new Stream without the filtered elements, rather than removing elements from the source collection.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7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DEFAULT METHODS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provides a facility to create default methods inside the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Methods which are defined inside the interface and tagged with default are known as default methods.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These methods are non-abstract methods.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You can also define static methods inside the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Static methods are used to define utility methods.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7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COLLECTORS CLASS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Collectors is a final class that extends Object 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provides reduction operations, such as accumulating elements into collections, summarizing elements according to various criteria, etc.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0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OPTIONAL CLASS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861086"/>
            <a:ext cx="10515600" cy="429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introduced a new class Optional in jdk8.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is a public final class and used to deal with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NullPointer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  Exception in Java application.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You must import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java.util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package to use this 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provides methods which are used to check the presence of value for particular variable.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8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DATE &amp; TIME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2044413"/>
            <a:ext cx="10515600" cy="411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Initial Date class introduced in Java 1.0 was not a true representation of the date but a point in time with milliseconds as precision.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Calendar API introduced as a replacement was poorly designed and lead to confusion in day to day use.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Date and Calendar classes are not thread-safe.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None of the instance methods are synchronized, and none of the instance fields are volatile, even get method can cause an instance of these classes as Mutable.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 developer needs to ensure thread safety in case they are using these classes.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5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DATE TIME API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has introduced a new Date and Time API since Java 8. The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package contains Java 8 Date and Time classes.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java.time.LocalDate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java.time.LocalTime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java.time.LocalDateTime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java.time.ZonedDateTime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java.time.ZoneId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java.time.Period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java.time.Duration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0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LOCALDATE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LocalDate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 is an immutable class that represents Date with a default format of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yyyy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-mm-dd.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inherits Object class and implements the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ChronoLocalDate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is useful for representing a date without a time.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It can be used to represent a date only information such as a birth date or wedding date.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8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365125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4400" b="1" dirty="0"/>
              <a:t>LOCALTIME</a:t>
            </a:r>
            <a:endParaRPr sz="44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java.time.LocalTime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 represents time, which is viewed as hour-minute-second.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This class is immutable and also thread-safe.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There are various methods under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java.time.LocalTime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Java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LocalTime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 is an immutable class. It inherits Object class and implements the Comparable interface.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Ex: movie times, or the opening and closing times.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54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LOCALDATETIME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LocalDateTime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 represents the date-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time,often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viewed as year-month-day-hour-minute-second and has got no representation of time-zone.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“local” part of the name refers to the local time-line.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LocalDateTime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 class supports nanosecond precision.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For example, the value “2nd October 2007 at 13:45.30.123456789” can be stored in a </a:t>
            </a: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LocalDateTime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0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JDBC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JDBC is a java based data access technology from Sun Microsystems.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JDBC is an open specification that contains rules and guidelines.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The process of interacting with the database from Java Applications is called JDBC. JDBC is a Java API which enables java programs to execute SQL statements.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04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ADVANTAGES OF JDBC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Any kind of java program can communicate with any RDBMS implementation (any vendor’s DBMS product) in a standard manner using JDBC.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RDBMS implantation means any vendors DBMS product means Microsoft’s SQL Server, Oracle’s MySQL, IBM’s DB2. 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To communicate with any kind of RDBMS the standard procedure is the same means the procedure of connectivity is the same.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58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ADVANTAGES OF JDBC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JDBC helps the programmers to write java applications that manage these three programming activities :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helps us to connect to a data source, like a database.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It helps us in sending queries and updating statements to the database, and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Retrieving and processing the results received from the database in terms of answering your query.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4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JDBC ARCHITECTURE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3444" indent="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  <p:pic>
        <p:nvPicPr>
          <p:cNvPr id="3" name="Google Shape;1353;p216">
            <a:extLst>
              <a:ext uri="{FF2B5EF4-FFF2-40B4-BE49-F238E27FC236}">
                <a16:creationId xmlns:a16="http://schemas.microsoft.com/office/drawing/2014/main" id="{7ED6B03E-9EE6-83B8-EF18-2F0DDC8A48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273" y="1944341"/>
            <a:ext cx="11093117" cy="41768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2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JDBC API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API (Application Programming Interface) is nothing but a collection of library methods. Library classes and interfaces contain library methods and these library classes and interfaces are present inside some predefined packages.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Java.sql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: It is used for basic operations of the database.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 err="1">
                <a:solidFill>
                  <a:srgbClr val="0070C0"/>
                </a:solidFill>
                <a:latin typeface="Gill Sans" panose="020B0604020202020204" charset="0"/>
              </a:rPr>
              <a:t>Javax.sql</a:t>
            </a: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: Provides the API for server-side data source access and processing from the Java </a:t>
            </a:r>
            <a:r>
              <a:rPr lang="en-US" sz="2600">
                <a:solidFill>
                  <a:srgbClr val="0070C0"/>
                </a:solidFill>
                <a:latin typeface="Gill Sans" panose="020B0604020202020204" charset="0"/>
              </a:rPr>
              <a:t>programming language i.e., Connection pooling.</a:t>
            </a:r>
            <a:endParaRPr lang="en-US" sz="2600" dirty="0">
              <a:solidFill>
                <a:srgbClr val="0070C0"/>
              </a:solidFill>
              <a:latin typeface="Gill Sans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80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485273" y="299811"/>
            <a:ext cx="10515600" cy="118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IN" sz="3800" b="1" dirty="0"/>
              <a:t>STEPS TO CREATE JDBC APP</a:t>
            </a:r>
            <a:endParaRPr sz="3800" b="1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13610" y="1979099"/>
            <a:ext cx="10515600" cy="41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Step1: Register JDBC driver with Driver Manager service.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Step2: Establish connection with Database software.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Step3: Create JDBC Statement Object.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Step4: Send and execute query in Database Software.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Step5: Gather results and process the results.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Step6:  Close JDBC Objects.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70C0"/>
                </a:solidFill>
                <a:latin typeface="Gill Sans" panose="020B0604020202020204" charset="0"/>
              </a:rPr>
              <a:t>Step7: Take care of Exception Handling.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>
                <a:solidFill>
                  <a:srgbClr val="0070C0"/>
                </a:solidFill>
                <a:latin typeface="Gill Sans" panose="020B0604020202020204" charset="0"/>
              </a:rPr>
              <a:t>Step8: Perform Transaction Management(if necessary).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9855-90AE-39B0-225E-4A6B24CB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943" y="628268"/>
            <a:ext cx="2212258" cy="1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3812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1144</Words>
  <Application>Microsoft Office PowerPoint</Application>
  <PresentationFormat>Widescreen</PresentationFormat>
  <Paragraphs>127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Gill Sans</vt:lpstr>
      <vt:lpstr>Noto Sans Symbols</vt:lpstr>
      <vt:lpstr>Calibri</vt:lpstr>
      <vt:lpstr>Wingdings</vt:lpstr>
      <vt:lpstr>Arial</vt:lpstr>
      <vt:lpstr>Dividend</vt:lpstr>
      <vt:lpstr>JAVA AGENDA FOR THE SESSION</vt:lpstr>
      <vt:lpstr>JAVA LEARNING ROADMAP</vt:lpstr>
      <vt:lpstr>LAMBDA EXPRESSION</vt:lpstr>
      <vt:lpstr>METHOD REFERENCES</vt:lpstr>
      <vt:lpstr>FUNCTIONAL INTERFACES</vt:lpstr>
      <vt:lpstr>STREAM API</vt:lpstr>
      <vt:lpstr>DEFAULT METHODS</vt:lpstr>
      <vt:lpstr>COLLECTORS CLASS</vt:lpstr>
      <vt:lpstr>OPTIONAL CLASS</vt:lpstr>
      <vt:lpstr>DATE &amp; TIME</vt:lpstr>
      <vt:lpstr>DATE TIME API</vt:lpstr>
      <vt:lpstr>LOCALDATE</vt:lpstr>
      <vt:lpstr>LOCALTIME</vt:lpstr>
      <vt:lpstr>LOCALDATETIME</vt:lpstr>
      <vt:lpstr>JDBC</vt:lpstr>
      <vt:lpstr>ADVANTAGES OF JDBC</vt:lpstr>
      <vt:lpstr>ADVANTAGES OF JDBC</vt:lpstr>
      <vt:lpstr>JDBC ARCHITECTURE</vt:lpstr>
      <vt:lpstr>JDBC API</vt:lpstr>
      <vt:lpstr>STEPS TO CREATE JDBC APP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AGENDA FOR THE SESSION</dc:title>
  <dc:creator>khajarafi shaik</dc:creator>
  <cp:lastModifiedBy>Khaja Rafi Shaik</cp:lastModifiedBy>
  <cp:revision>361</cp:revision>
  <dcterms:modified xsi:type="dcterms:W3CDTF">2023-04-08T11:57:15Z</dcterms:modified>
</cp:coreProperties>
</file>